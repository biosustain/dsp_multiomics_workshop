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6ffd0d31c2_0_75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g36ffd0d31c2_0_7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23243f95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23243f95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ffd0d31c2_0_76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6ffd0d31c2_0_7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6ffd0d31c2_0_76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6ffd0d31c2_0_7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6ffd0d31c2_0_77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6ffd0d31c2_0_7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6ffd0d31c2_0_78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6ffd0d31c2_0_7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6ffd0d31c2_0_79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6ffd0d31c2_0_7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6ffd0d31c2_0_80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6ffd0d31c2_0_8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6ffd0d31c2_0_81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6ffd0d31c2_0_8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6ffd0d31c2_0_85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6ffd0d31c2_0_8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6ffd0d31c2_0_85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6ffd0d31c2_0_8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6ffd0d31c2_0_86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6ffd0d31c2_0_8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6ffd0d31c2_0_88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6ffd0d31c2_0_8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6ffd0d31c2_0_92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6ffd0d31c2_0_9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6ffd0d31c2_0_108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6ffd0d31c2_0_10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6ffd0d31c2_0_122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g36ffd0d31c2_0_12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6ffd0d31c2_0_123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g36ffd0d31c2_0_12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6ffd0d31c2_0_146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g36ffd0d31c2_0_14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6ffd0d31c2_0_146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g36ffd0d31c2_0_14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6ffd0d31c2_0_147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g36ffd0d31c2_0_14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6ffd0d31c2_0_148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g36ffd0d31c2_0_14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6ffd0d31c2_0_148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g36ffd0d31c2_0_14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6ffd0d31c2_0_149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g36ffd0d31c2_0_14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6ffd0d31c2_0_149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g36ffd0d31c2_0_14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6ffd0d31c2_0_150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g36ffd0d31c2_0_15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6ffd0d31c2_0_152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g36ffd0d31c2_0_15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6ffd0d31c2_0_154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g36ffd0d31c2_0_15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6ffd0d31c2_0_157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g36ffd0d31c2_0_15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6ffd0d31c2_0_158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g36ffd0d31c2_0_15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6ffd0d31c2_0_158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g36ffd0d31c2_0_15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56" name="Shape 56"/>
        <p:cNvGrpSpPr/>
        <p:nvPr/>
      </p:nvGrpSpPr>
      <p:grpSpPr>
        <a:xfrm>
          <a:off x="0" y="0"/>
          <a:ext cx="0" cy="0"/>
          <a:chOff x="0" y="0"/>
          <a:chExt cx="0" cy="0"/>
        </a:xfrm>
      </p:grpSpPr>
      <p:sp>
        <p:nvSpPr>
          <p:cNvPr id="57" name="Google Shape;57;p14"/>
          <p:cNvSpPr txBox="1"/>
          <p:nvPr>
            <p:ph idx="1" type="body"/>
          </p:nvPr>
        </p:nvSpPr>
        <p:spPr>
          <a:xfrm>
            <a:off x="450503" y="4447448"/>
            <a:ext cx="8239200" cy="238800"/>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000000"/>
              </a:buClr>
              <a:buSzPts val="1400"/>
              <a:buFont typeface="Helvetica Neue"/>
              <a:buNone/>
              <a:defRPr b="1" sz="1400"/>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58" name="Google Shape;58;p14"/>
          <p:cNvSpPr txBox="1"/>
          <p:nvPr>
            <p:ph type="title"/>
          </p:nvPr>
        </p:nvSpPr>
        <p:spPr>
          <a:xfrm>
            <a:off x="452436" y="965622"/>
            <a:ext cx="8239200" cy="1743000"/>
          </a:xfrm>
          <a:prstGeom prst="rect">
            <a:avLst/>
          </a:prstGeom>
          <a:noFill/>
          <a:ln>
            <a:noFill/>
          </a:ln>
        </p:spPr>
        <p:txBody>
          <a:bodyPr anchorCtr="0" anchor="b" bIns="19050" lIns="19050" spcFirstLastPara="1" rIns="19050" wrap="square" tIns="19050">
            <a:normAutofit/>
          </a:bodyPr>
          <a:lstStyle>
            <a:lvl1pPr lvl="0" algn="l">
              <a:lnSpc>
                <a:spcPct val="80000"/>
              </a:lnSpc>
              <a:spcBef>
                <a:spcPts val="0"/>
              </a:spcBef>
              <a:spcAft>
                <a:spcPts val="0"/>
              </a:spcAft>
              <a:buClr>
                <a:srgbClr val="000000"/>
              </a:buClr>
              <a:buSzPts val="4400"/>
              <a:buFont typeface="Helvetica Neue"/>
              <a:buNone/>
              <a:defRPr sz="4400">
                <a:solidFill>
                  <a:srgbClr val="000000"/>
                </a:solidFill>
              </a:defRPr>
            </a:lvl1pPr>
            <a:lvl2pPr lvl="1" algn="l">
              <a:lnSpc>
                <a:spcPct val="80000"/>
              </a:lnSpc>
              <a:spcBef>
                <a:spcPts val="0"/>
              </a:spcBef>
              <a:spcAft>
                <a:spcPts val="0"/>
              </a:spcAft>
              <a:buClr>
                <a:srgbClr val="5E5E5E"/>
              </a:buClr>
              <a:buSzPts val="700"/>
              <a:buNone/>
              <a:defRPr/>
            </a:lvl2pPr>
            <a:lvl3pPr lvl="2" algn="l">
              <a:lnSpc>
                <a:spcPct val="80000"/>
              </a:lnSpc>
              <a:spcBef>
                <a:spcPts val="0"/>
              </a:spcBef>
              <a:spcAft>
                <a:spcPts val="0"/>
              </a:spcAft>
              <a:buClr>
                <a:srgbClr val="5E5E5E"/>
              </a:buClr>
              <a:buSzPts val="700"/>
              <a:buNone/>
              <a:defRPr/>
            </a:lvl3pPr>
            <a:lvl4pPr lvl="3" algn="l">
              <a:lnSpc>
                <a:spcPct val="80000"/>
              </a:lnSpc>
              <a:spcBef>
                <a:spcPts val="0"/>
              </a:spcBef>
              <a:spcAft>
                <a:spcPts val="0"/>
              </a:spcAft>
              <a:buClr>
                <a:srgbClr val="5E5E5E"/>
              </a:buClr>
              <a:buSzPts val="700"/>
              <a:buNone/>
              <a:defRPr/>
            </a:lvl4pPr>
            <a:lvl5pPr lvl="4" algn="l">
              <a:lnSpc>
                <a:spcPct val="80000"/>
              </a:lnSpc>
              <a:spcBef>
                <a:spcPts val="0"/>
              </a:spcBef>
              <a:spcAft>
                <a:spcPts val="0"/>
              </a:spcAft>
              <a:buClr>
                <a:srgbClr val="5E5E5E"/>
              </a:buClr>
              <a:buSzPts val="700"/>
              <a:buNone/>
              <a:defRPr/>
            </a:lvl5pPr>
            <a:lvl6pPr lvl="5" algn="l">
              <a:lnSpc>
                <a:spcPct val="80000"/>
              </a:lnSpc>
              <a:spcBef>
                <a:spcPts val="0"/>
              </a:spcBef>
              <a:spcAft>
                <a:spcPts val="0"/>
              </a:spcAft>
              <a:buClr>
                <a:srgbClr val="5E5E5E"/>
              </a:buClr>
              <a:buSzPts val="700"/>
              <a:buNone/>
              <a:defRPr/>
            </a:lvl6pPr>
            <a:lvl7pPr lvl="6" algn="l">
              <a:lnSpc>
                <a:spcPct val="80000"/>
              </a:lnSpc>
              <a:spcBef>
                <a:spcPts val="0"/>
              </a:spcBef>
              <a:spcAft>
                <a:spcPts val="0"/>
              </a:spcAft>
              <a:buClr>
                <a:srgbClr val="5E5E5E"/>
              </a:buClr>
              <a:buSzPts val="700"/>
              <a:buNone/>
              <a:defRPr/>
            </a:lvl7pPr>
            <a:lvl8pPr lvl="7" algn="l">
              <a:lnSpc>
                <a:spcPct val="80000"/>
              </a:lnSpc>
              <a:spcBef>
                <a:spcPts val="0"/>
              </a:spcBef>
              <a:spcAft>
                <a:spcPts val="0"/>
              </a:spcAft>
              <a:buClr>
                <a:srgbClr val="5E5E5E"/>
              </a:buClr>
              <a:buSzPts val="700"/>
              <a:buNone/>
              <a:defRPr/>
            </a:lvl8pPr>
            <a:lvl9pPr lvl="8" algn="l">
              <a:lnSpc>
                <a:spcPct val="80000"/>
              </a:lnSpc>
              <a:spcBef>
                <a:spcPts val="0"/>
              </a:spcBef>
              <a:spcAft>
                <a:spcPts val="0"/>
              </a:spcAft>
              <a:buClr>
                <a:srgbClr val="5E5E5E"/>
              </a:buClr>
              <a:buSzPts val="700"/>
              <a:buNone/>
              <a:defRPr/>
            </a:lvl9pPr>
          </a:lstStyle>
          <a:p/>
        </p:txBody>
      </p:sp>
      <p:sp>
        <p:nvSpPr>
          <p:cNvPr id="59" name="Google Shape;59;p14"/>
          <p:cNvSpPr txBox="1"/>
          <p:nvPr>
            <p:ph idx="2" type="body"/>
          </p:nvPr>
        </p:nvSpPr>
        <p:spPr>
          <a:xfrm>
            <a:off x="450503" y="2708696"/>
            <a:ext cx="8239200" cy="714300"/>
          </a:xfrm>
          <a:prstGeom prst="rect">
            <a:avLst/>
          </a:prstGeom>
          <a:noFill/>
          <a:ln>
            <a:noFill/>
          </a:ln>
        </p:spPr>
        <p:txBody>
          <a:bodyPr anchorCtr="0" anchor="t" bIns="19050" lIns="19050" spcFirstLastPara="1" rIns="19050" wrap="square" tIns="19050">
            <a:normAutofit/>
          </a:bodyPr>
          <a:lstStyle>
            <a:lvl1pPr indent="-228600" lvl="0" marL="457200" algn="l">
              <a:lnSpc>
                <a:spcPct val="100000"/>
              </a:lnSpc>
              <a:spcBef>
                <a:spcPts val="0"/>
              </a:spcBef>
              <a:spcAft>
                <a:spcPts val="0"/>
              </a:spcAft>
              <a:buClr>
                <a:srgbClr val="929292"/>
              </a:buClr>
              <a:buSzPts val="1500"/>
              <a:buFont typeface="Helvetica Neue"/>
              <a:buNone/>
              <a:defRPr b="1" sz="1500">
                <a:solidFill>
                  <a:srgbClr val="929292"/>
                </a:solidFill>
              </a:defRPr>
            </a:lvl1pPr>
            <a:lvl2pPr indent="-228600" lvl="1" marL="914400" algn="l">
              <a:lnSpc>
                <a:spcPct val="100000"/>
              </a:lnSpc>
              <a:spcBef>
                <a:spcPts val="0"/>
              </a:spcBef>
              <a:spcAft>
                <a:spcPts val="0"/>
              </a:spcAft>
              <a:buClr>
                <a:srgbClr val="929292"/>
              </a:buClr>
              <a:buSzPts val="1500"/>
              <a:buFont typeface="Helvetica Neue"/>
              <a:buNone/>
              <a:defRPr b="1" sz="1500">
                <a:solidFill>
                  <a:srgbClr val="929292"/>
                </a:solidFill>
              </a:defRPr>
            </a:lvl2pPr>
            <a:lvl3pPr indent="-228600" lvl="2" marL="1371600" algn="l">
              <a:lnSpc>
                <a:spcPct val="100000"/>
              </a:lnSpc>
              <a:spcBef>
                <a:spcPts val="0"/>
              </a:spcBef>
              <a:spcAft>
                <a:spcPts val="0"/>
              </a:spcAft>
              <a:buClr>
                <a:srgbClr val="929292"/>
              </a:buClr>
              <a:buSzPts val="1500"/>
              <a:buFont typeface="Helvetica Neue"/>
              <a:buNone/>
              <a:defRPr b="1" sz="1500">
                <a:solidFill>
                  <a:srgbClr val="929292"/>
                </a:solidFill>
              </a:defRPr>
            </a:lvl3pPr>
            <a:lvl4pPr indent="-228600" lvl="3" marL="1828800" algn="l">
              <a:lnSpc>
                <a:spcPct val="100000"/>
              </a:lnSpc>
              <a:spcBef>
                <a:spcPts val="0"/>
              </a:spcBef>
              <a:spcAft>
                <a:spcPts val="0"/>
              </a:spcAft>
              <a:buClr>
                <a:srgbClr val="929292"/>
              </a:buClr>
              <a:buSzPts val="1500"/>
              <a:buFont typeface="Helvetica Neue"/>
              <a:buNone/>
              <a:defRPr b="1" sz="1500">
                <a:solidFill>
                  <a:srgbClr val="929292"/>
                </a:solidFill>
              </a:defRPr>
            </a:lvl4pPr>
            <a:lvl5pPr indent="-228600" lvl="4" marL="2286000" algn="l">
              <a:lnSpc>
                <a:spcPct val="100000"/>
              </a:lnSpc>
              <a:spcBef>
                <a:spcPts val="0"/>
              </a:spcBef>
              <a:spcAft>
                <a:spcPts val="0"/>
              </a:spcAft>
              <a:buClr>
                <a:srgbClr val="929292"/>
              </a:buClr>
              <a:buSzPts val="1500"/>
              <a:buFont typeface="Helvetica Neue"/>
              <a:buNone/>
              <a:defRPr b="1" sz="1500">
                <a:solidFill>
                  <a:srgbClr val="929292"/>
                </a:solidFill>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60" name="Google Shape;60;p14"/>
          <p:cNvSpPr txBox="1"/>
          <p:nvPr>
            <p:ph idx="12" type="sldNum"/>
          </p:nvPr>
        </p:nvSpPr>
        <p:spPr>
          <a:xfrm>
            <a:off x="4500562" y="4905375"/>
            <a:ext cx="138300" cy="1461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lvl1pPr>
            <a:lvl2pPr indent="0" lvl="1" marL="0" algn="ctr">
              <a:lnSpc>
                <a:spcPct val="100000"/>
              </a:lnSpc>
              <a:spcBef>
                <a:spcPts val="0"/>
              </a:spcBef>
              <a:spcAft>
                <a:spcPts val="0"/>
              </a:spcAft>
              <a:buClr>
                <a:srgbClr val="000000"/>
              </a:buClr>
              <a:buSzPts val="700"/>
              <a:buFont typeface="Helvetica Neue"/>
              <a:buNone/>
              <a:defRPr sz="700"/>
            </a:lvl2pPr>
            <a:lvl3pPr indent="0" lvl="2" marL="0" algn="ctr">
              <a:lnSpc>
                <a:spcPct val="100000"/>
              </a:lnSpc>
              <a:spcBef>
                <a:spcPts val="0"/>
              </a:spcBef>
              <a:spcAft>
                <a:spcPts val="0"/>
              </a:spcAft>
              <a:buClr>
                <a:srgbClr val="000000"/>
              </a:buClr>
              <a:buSzPts val="700"/>
              <a:buFont typeface="Helvetica Neue"/>
              <a:buNone/>
              <a:defRPr sz="700"/>
            </a:lvl3pPr>
            <a:lvl4pPr indent="0" lvl="3" marL="0" algn="ctr">
              <a:lnSpc>
                <a:spcPct val="100000"/>
              </a:lnSpc>
              <a:spcBef>
                <a:spcPts val="0"/>
              </a:spcBef>
              <a:spcAft>
                <a:spcPts val="0"/>
              </a:spcAft>
              <a:buClr>
                <a:srgbClr val="000000"/>
              </a:buClr>
              <a:buSzPts val="700"/>
              <a:buFont typeface="Helvetica Neue"/>
              <a:buNone/>
              <a:defRPr sz="700"/>
            </a:lvl4pPr>
            <a:lvl5pPr indent="0" lvl="4" marL="0" algn="ctr">
              <a:lnSpc>
                <a:spcPct val="100000"/>
              </a:lnSpc>
              <a:spcBef>
                <a:spcPts val="0"/>
              </a:spcBef>
              <a:spcAft>
                <a:spcPts val="0"/>
              </a:spcAft>
              <a:buClr>
                <a:srgbClr val="000000"/>
              </a:buClr>
              <a:buSzPts val="700"/>
              <a:buFont typeface="Helvetica Neue"/>
              <a:buNone/>
              <a:defRPr sz="700"/>
            </a:lvl5pPr>
            <a:lvl6pPr indent="0" lvl="5" marL="0" algn="ctr">
              <a:lnSpc>
                <a:spcPct val="100000"/>
              </a:lnSpc>
              <a:spcBef>
                <a:spcPts val="0"/>
              </a:spcBef>
              <a:spcAft>
                <a:spcPts val="0"/>
              </a:spcAft>
              <a:buClr>
                <a:srgbClr val="000000"/>
              </a:buClr>
              <a:buSzPts val="700"/>
              <a:buFont typeface="Helvetica Neue"/>
              <a:buNone/>
              <a:defRPr sz="700"/>
            </a:lvl6pPr>
            <a:lvl7pPr indent="0" lvl="6" marL="0" algn="ctr">
              <a:lnSpc>
                <a:spcPct val="100000"/>
              </a:lnSpc>
              <a:spcBef>
                <a:spcPts val="0"/>
              </a:spcBef>
              <a:spcAft>
                <a:spcPts val="0"/>
              </a:spcAft>
              <a:buClr>
                <a:srgbClr val="000000"/>
              </a:buClr>
              <a:buSzPts val="700"/>
              <a:buFont typeface="Helvetica Neue"/>
              <a:buNone/>
              <a:defRPr sz="700"/>
            </a:lvl7pPr>
            <a:lvl8pPr indent="0" lvl="7" marL="0" algn="ctr">
              <a:lnSpc>
                <a:spcPct val="100000"/>
              </a:lnSpc>
              <a:spcBef>
                <a:spcPts val="0"/>
              </a:spcBef>
              <a:spcAft>
                <a:spcPts val="0"/>
              </a:spcAft>
              <a:buClr>
                <a:srgbClr val="000000"/>
              </a:buClr>
              <a:buSzPts val="700"/>
              <a:buFont typeface="Helvetica Neue"/>
              <a:buNone/>
              <a:defRPr sz="700"/>
            </a:lvl8pPr>
            <a:lvl9pPr indent="0" lvl="8" marL="0" algn="ctr">
              <a:lnSpc>
                <a:spcPct val="100000"/>
              </a:lnSpc>
              <a:spcBef>
                <a:spcPts val="0"/>
              </a:spcBef>
              <a:spcAft>
                <a:spcPts val="0"/>
              </a:spcAft>
              <a:buClr>
                <a:srgbClr val="000000"/>
              </a:buClr>
              <a:buSzPts val="700"/>
              <a:buFont typeface="Helvetica Neue"/>
              <a:buNone/>
              <a:defRPr sz="700"/>
            </a:lvl9pPr>
          </a:lstStyle>
          <a:p>
            <a:pPr indent="0" lvl="0" marL="0" rtl="0" algn="ctr">
              <a:spcBef>
                <a:spcPts val="0"/>
              </a:spcBef>
              <a:spcAft>
                <a:spcPts val="0"/>
              </a:spcAft>
              <a:buNone/>
            </a:pPr>
            <a:fld id="{00000000-1234-1234-1234-123412341234}" type="slidenum">
              <a:rPr lang="es"/>
              <a:t>‹#›</a:t>
            </a:fld>
            <a:endParaRPr sz="10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_AND_BODY_1">
    <p:spTree>
      <p:nvGrpSpPr>
        <p:cNvPr id="61" name="Shape 61"/>
        <p:cNvGrpSpPr/>
        <p:nvPr/>
      </p:nvGrpSpPr>
      <p:grpSpPr>
        <a:xfrm>
          <a:off x="0" y="0"/>
          <a:ext cx="0" cy="0"/>
          <a:chOff x="0" y="0"/>
          <a:chExt cx="0" cy="0"/>
        </a:xfrm>
      </p:grpSpPr>
      <p:sp>
        <p:nvSpPr>
          <p:cNvPr id="62" name="Google Shape;62;p15"/>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5E5E5E"/>
              </a:buClr>
              <a:buSzPts val="700"/>
              <a:buNone/>
              <a:defRPr/>
            </a:lvl1pPr>
            <a:lvl2pPr lvl="1" algn="l">
              <a:lnSpc>
                <a:spcPct val="80000"/>
              </a:lnSpc>
              <a:spcBef>
                <a:spcPts val="0"/>
              </a:spcBef>
              <a:spcAft>
                <a:spcPts val="0"/>
              </a:spcAft>
              <a:buClr>
                <a:srgbClr val="5E5E5E"/>
              </a:buClr>
              <a:buSzPts val="700"/>
              <a:buNone/>
              <a:defRPr/>
            </a:lvl2pPr>
            <a:lvl3pPr lvl="2" algn="l">
              <a:lnSpc>
                <a:spcPct val="80000"/>
              </a:lnSpc>
              <a:spcBef>
                <a:spcPts val="0"/>
              </a:spcBef>
              <a:spcAft>
                <a:spcPts val="0"/>
              </a:spcAft>
              <a:buClr>
                <a:srgbClr val="5E5E5E"/>
              </a:buClr>
              <a:buSzPts val="700"/>
              <a:buNone/>
              <a:defRPr/>
            </a:lvl3pPr>
            <a:lvl4pPr lvl="3" algn="l">
              <a:lnSpc>
                <a:spcPct val="80000"/>
              </a:lnSpc>
              <a:spcBef>
                <a:spcPts val="0"/>
              </a:spcBef>
              <a:spcAft>
                <a:spcPts val="0"/>
              </a:spcAft>
              <a:buClr>
                <a:srgbClr val="5E5E5E"/>
              </a:buClr>
              <a:buSzPts val="700"/>
              <a:buNone/>
              <a:defRPr/>
            </a:lvl4pPr>
            <a:lvl5pPr lvl="4" algn="l">
              <a:lnSpc>
                <a:spcPct val="80000"/>
              </a:lnSpc>
              <a:spcBef>
                <a:spcPts val="0"/>
              </a:spcBef>
              <a:spcAft>
                <a:spcPts val="0"/>
              </a:spcAft>
              <a:buClr>
                <a:srgbClr val="5E5E5E"/>
              </a:buClr>
              <a:buSzPts val="700"/>
              <a:buNone/>
              <a:defRPr/>
            </a:lvl5pPr>
            <a:lvl6pPr lvl="5" algn="l">
              <a:lnSpc>
                <a:spcPct val="80000"/>
              </a:lnSpc>
              <a:spcBef>
                <a:spcPts val="0"/>
              </a:spcBef>
              <a:spcAft>
                <a:spcPts val="0"/>
              </a:spcAft>
              <a:buClr>
                <a:srgbClr val="5E5E5E"/>
              </a:buClr>
              <a:buSzPts val="700"/>
              <a:buNone/>
              <a:defRPr/>
            </a:lvl6pPr>
            <a:lvl7pPr lvl="6" algn="l">
              <a:lnSpc>
                <a:spcPct val="80000"/>
              </a:lnSpc>
              <a:spcBef>
                <a:spcPts val="0"/>
              </a:spcBef>
              <a:spcAft>
                <a:spcPts val="0"/>
              </a:spcAft>
              <a:buClr>
                <a:srgbClr val="5E5E5E"/>
              </a:buClr>
              <a:buSzPts val="700"/>
              <a:buNone/>
              <a:defRPr/>
            </a:lvl7pPr>
            <a:lvl8pPr lvl="7" algn="l">
              <a:lnSpc>
                <a:spcPct val="80000"/>
              </a:lnSpc>
              <a:spcBef>
                <a:spcPts val="0"/>
              </a:spcBef>
              <a:spcAft>
                <a:spcPts val="0"/>
              </a:spcAft>
              <a:buClr>
                <a:srgbClr val="5E5E5E"/>
              </a:buClr>
              <a:buSzPts val="700"/>
              <a:buNone/>
              <a:defRPr/>
            </a:lvl8pPr>
            <a:lvl9pPr lvl="8" algn="l">
              <a:lnSpc>
                <a:spcPct val="80000"/>
              </a:lnSpc>
              <a:spcBef>
                <a:spcPts val="0"/>
              </a:spcBef>
              <a:spcAft>
                <a:spcPts val="0"/>
              </a:spcAft>
              <a:buClr>
                <a:srgbClr val="5E5E5E"/>
              </a:buClr>
              <a:buSzPts val="700"/>
              <a:buNone/>
              <a:defRPr/>
            </a:lvl9pPr>
          </a:lstStyle>
          <a:p/>
        </p:txBody>
      </p:sp>
      <p:sp>
        <p:nvSpPr>
          <p:cNvPr id="63" name="Google Shape;63;p15"/>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929292"/>
              </a:buClr>
              <a:buSzPts val="1500"/>
              <a:buFont typeface="Helvetica Neue"/>
              <a:buNone/>
              <a:defRPr b="1" sz="1500">
                <a:solidFill>
                  <a:srgbClr val="929292"/>
                </a:solidFill>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64" name="Google Shape;64;p15"/>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65" name="Google Shape;65;p15"/>
          <p:cNvSpPr txBox="1"/>
          <p:nvPr>
            <p:ph idx="12" type="sldNum"/>
          </p:nvPr>
        </p:nvSpPr>
        <p:spPr>
          <a:xfrm>
            <a:off x="4500562" y="4905375"/>
            <a:ext cx="138300" cy="1461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lvl1pPr>
            <a:lvl2pPr indent="0" lvl="1" marL="0" algn="ctr">
              <a:lnSpc>
                <a:spcPct val="100000"/>
              </a:lnSpc>
              <a:spcBef>
                <a:spcPts val="0"/>
              </a:spcBef>
              <a:spcAft>
                <a:spcPts val="0"/>
              </a:spcAft>
              <a:buClr>
                <a:srgbClr val="000000"/>
              </a:buClr>
              <a:buSzPts val="700"/>
              <a:buFont typeface="Helvetica Neue"/>
              <a:buNone/>
              <a:defRPr sz="700"/>
            </a:lvl2pPr>
            <a:lvl3pPr indent="0" lvl="2" marL="0" algn="ctr">
              <a:lnSpc>
                <a:spcPct val="100000"/>
              </a:lnSpc>
              <a:spcBef>
                <a:spcPts val="0"/>
              </a:spcBef>
              <a:spcAft>
                <a:spcPts val="0"/>
              </a:spcAft>
              <a:buClr>
                <a:srgbClr val="000000"/>
              </a:buClr>
              <a:buSzPts val="700"/>
              <a:buFont typeface="Helvetica Neue"/>
              <a:buNone/>
              <a:defRPr sz="700"/>
            </a:lvl3pPr>
            <a:lvl4pPr indent="0" lvl="3" marL="0" algn="ctr">
              <a:lnSpc>
                <a:spcPct val="100000"/>
              </a:lnSpc>
              <a:spcBef>
                <a:spcPts val="0"/>
              </a:spcBef>
              <a:spcAft>
                <a:spcPts val="0"/>
              </a:spcAft>
              <a:buClr>
                <a:srgbClr val="000000"/>
              </a:buClr>
              <a:buSzPts val="700"/>
              <a:buFont typeface="Helvetica Neue"/>
              <a:buNone/>
              <a:defRPr sz="700"/>
            </a:lvl4pPr>
            <a:lvl5pPr indent="0" lvl="4" marL="0" algn="ctr">
              <a:lnSpc>
                <a:spcPct val="100000"/>
              </a:lnSpc>
              <a:spcBef>
                <a:spcPts val="0"/>
              </a:spcBef>
              <a:spcAft>
                <a:spcPts val="0"/>
              </a:spcAft>
              <a:buClr>
                <a:srgbClr val="000000"/>
              </a:buClr>
              <a:buSzPts val="700"/>
              <a:buFont typeface="Helvetica Neue"/>
              <a:buNone/>
              <a:defRPr sz="700"/>
            </a:lvl5pPr>
            <a:lvl6pPr indent="0" lvl="5" marL="0" algn="ctr">
              <a:lnSpc>
                <a:spcPct val="100000"/>
              </a:lnSpc>
              <a:spcBef>
                <a:spcPts val="0"/>
              </a:spcBef>
              <a:spcAft>
                <a:spcPts val="0"/>
              </a:spcAft>
              <a:buClr>
                <a:srgbClr val="000000"/>
              </a:buClr>
              <a:buSzPts val="700"/>
              <a:buFont typeface="Helvetica Neue"/>
              <a:buNone/>
              <a:defRPr sz="700"/>
            </a:lvl6pPr>
            <a:lvl7pPr indent="0" lvl="6" marL="0" algn="ctr">
              <a:lnSpc>
                <a:spcPct val="100000"/>
              </a:lnSpc>
              <a:spcBef>
                <a:spcPts val="0"/>
              </a:spcBef>
              <a:spcAft>
                <a:spcPts val="0"/>
              </a:spcAft>
              <a:buClr>
                <a:srgbClr val="000000"/>
              </a:buClr>
              <a:buSzPts val="700"/>
              <a:buFont typeface="Helvetica Neue"/>
              <a:buNone/>
              <a:defRPr sz="700"/>
            </a:lvl7pPr>
            <a:lvl8pPr indent="0" lvl="7" marL="0" algn="ctr">
              <a:lnSpc>
                <a:spcPct val="100000"/>
              </a:lnSpc>
              <a:spcBef>
                <a:spcPts val="0"/>
              </a:spcBef>
              <a:spcAft>
                <a:spcPts val="0"/>
              </a:spcAft>
              <a:buClr>
                <a:srgbClr val="000000"/>
              </a:buClr>
              <a:buSzPts val="700"/>
              <a:buFont typeface="Helvetica Neue"/>
              <a:buNone/>
              <a:defRPr sz="700"/>
            </a:lvl8pPr>
            <a:lvl9pPr indent="0" lvl="8" marL="0" algn="ctr">
              <a:lnSpc>
                <a:spcPct val="100000"/>
              </a:lnSpc>
              <a:spcBef>
                <a:spcPts val="0"/>
              </a:spcBef>
              <a:spcAft>
                <a:spcPts val="0"/>
              </a:spcAft>
              <a:buClr>
                <a:srgbClr val="000000"/>
              </a:buClr>
              <a:buSzPts val="700"/>
              <a:buFont typeface="Helvetica Neue"/>
              <a:buNone/>
              <a:defRPr sz="700"/>
            </a:lvl9pPr>
          </a:lstStyle>
          <a:p>
            <a:pPr indent="0" lvl="0" marL="0" rtl="0" algn="ctr">
              <a:spcBef>
                <a:spcPts val="0"/>
              </a:spcBef>
              <a:spcAft>
                <a:spcPts val="0"/>
              </a:spcAft>
              <a:buNone/>
            </a:pPr>
            <a:fld id="{00000000-1234-1234-1234-123412341234}" type="slidenum">
              <a:rPr lang="es"/>
              <a:t>‹#›</a:t>
            </a:fld>
            <a:endParaRPr sz="10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1">
  <p:cSld name="Title &amp; Bullets">
    <p:spTree>
      <p:nvGrpSpPr>
        <p:cNvPr id="66" name="Shape 66"/>
        <p:cNvGrpSpPr/>
        <p:nvPr/>
      </p:nvGrpSpPr>
      <p:grpSpPr>
        <a:xfrm>
          <a:off x="0" y="0"/>
          <a:ext cx="0" cy="0"/>
          <a:chOff x="0" y="0"/>
          <a:chExt cx="0" cy="0"/>
        </a:xfrm>
      </p:grpSpPr>
      <p:sp>
        <p:nvSpPr>
          <p:cNvPr id="67" name="Google Shape;67;p16"/>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5E5E5E"/>
              </a:buClr>
              <a:buSzPts val="700"/>
              <a:buNone/>
              <a:defRPr/>
            </a:lvl1pPr>
            <a:lvl2pPr lvl="1" algn="l">
              <a:lnSpc>
                <a:spcPct val="80000"/>
              </a:lnSpc>
              <a:spcBef>
                <a:spcPts val="0"/>
              </a:spcBef>
              <a:spcAft>
                <a:spcPts val="0"/>
              </a:spcAft>
              <a:buClr>
                <a:srgbClr val="5E5E5E"/>
              </a:buClr>
              <a:buSzPts val="700"/>
              <a:buNone/>
              <a:defRPr/>
            </a:lvl2pPr>
            <a:lvl3pPr lvl="2" algn="l">
              <a:lnSpc>
                <a:spcPct val="80000"/>
              </a:lnSpc>
              <a:spcBef>
                <a:spcPts val="0"/>
              </a:spcBef>
              <a:spcAft>
                <a:spcPts val="0"/>
              </a:spcAft>
              <a:buClr>
                <a:srgbClr val="5E5E5E"/>
              </a:buClr>
              <a:buSzPts val="700"/>
              <a:buNone/>
              <a:defRPr/>
            </a:lvl3pPr>
            <a:lvl4pPr lvl="3" algn="l">
              <a:lnSpc>
                <a:spcPct val="80000"/>
              </a:lnSpc>
              <a:spcBef>
                <a:spcPts val="0"/>
              </a:spcBef>
              <a:spcAft>
                <a:spcPts val="0"/>
              </a:spcAft>
              <a:buClr>
                <a:srgbClr val="5E5E5E"/>
              </a:buClr>
              <a:buSzPts val="700"/>
              <a:buNone/>
              <a:defRPr/>
            </a:lvl4pPr>
            <a:lvl5pPr lvl="4" algn="l">
              <a:lnSpc>
                <a:spcPct val="80000"/>
              </a:lnSpc>
              <a:spcBef>
                <a:spcPts val="0"/>
              </a:spcBef>
              <a:spcAft>
                <a:spcPts val="0"/>
              </a:spcAft>
              <a:buClr>
                <a:srgbClr val="5E5E5E"/>
              </a:buClr>
              <a:buSzPts val="700"/>
              <a:buNone/>
              <a:defRPr/>
            </a:lvl5pPr>
            <a:lvl6pPr lvl="5" algn="l">
              <a:lnSpc>
                <a:spcPct val="80000"/>
              </a:lnSpc>
              <a:spcBef>
                <a:spcPts val="0"/>
              </a:spcBef>
              <a:spcAft>
                <a:spcPts val="0"/>
              </a:spcAft>
              <a:buClr>
                <a:srgbClr val="5E5E5E"/>
              </a:buClr>
              <a:buSzPts val="700"/>
              <a:buNone/>
              <a:defRPr/>
            </a:lvl6pPr>
            <a:lvl7pPr lvl="6" algn="l">
              <a:lnSpc>
                <a:spcPct val="80000"/>
              </a:lnSpc>
              <a:spcBef>
                <a:spcPts val="0"/>
              </a:spcBef>
              <a:spcAft>
                <a:spcPts val="0"/>
              </a:spcAft>
              <a:buClr>
                <a:srgbClr val="5E5E5E"/>
              </a:buClr>
              <a:buSzPts val="700"/>
              <a:buNone/>
              <a:defRPr/>
            </a:lvl7pPr>
            <a:lvl8pPr lvl="7" algn="l">
              <a:lnSpc>
                <a:spcPct val="80000"/>
              </a:lnSpc>
              <a:spcBef>
                <a:spcPts val="0"/>
              </a:spcBef>
              <a:spcAft>
                <a:spcPts val="0"/>
              </a:spcAft>
              <a:buClr>
                <a:srgbClr val="5E5E5E"/>
              </a:buClr>
              <a:buSzPts val="700"/>
              <a:buNone/>
              <a:defRPr/>
            </a:lvl8pPr>
            <a:lvl9pPr lvl="8" algn="l">
              <a:lnSpc>
                <a:spcPct val="80000"/>
              </a:lnSpc>
              <a:spcBef>
                <a:spcPts val="0"/>
              </a:spcBef>
              <a:spcAft>
                <a:spcPts val="0"/>
              </a:spcAft>
              <a:buClr>
                <a:srgbClr val="5E5E5E"/>
              </a:buClr>
              <a:buSzPts val="700"/>
              <a:buNone/>
              <a:defRPr/>
            </a:lvl9pPr>
          </a:lstStyle>
          <a:p/>
        </p:txBody>
      </p:sp>
      <p:sp>
        <p:nvSpPr>
          <p:cNvPr id="68" name="Google Shape;68;p16"/>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929292"/>
              </a:buClr>
              <a:buSzPts val="1500"/>
              <a:buFont typeface="Helvetica Neue"/>
              <a:buNone/>
              <a:defRPr b="1" sz="1500">
                <a:solidFill>
                  <a:srgbClr val="929292"/>
                </a:solidFill>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69" name="Google Shape;69;p16"/>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70" name="Google Shape;70;p16"/>
          <p:cNvSpPr txBox="1"/>
          <p:nvPr>
            <p:ph idx="12" type="sldNum"/>
          </p:nvPr>
        </p:nvSpPr>
        <p:spPr>
          <a:xfrm>
            <a:off x="4500562" y="4905375"/>
            <a:ext cx="138300" cy="1461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lvl1pPr>
            <a:lvl2pPr indent="0" lvl="1" marL="0" algn="ctr">
              <a:lnSpc>
                <a:spcPct val="100000"/>
              </a:lnSpc>
              <a:spcBef>
                <a:spcPts val="0"/>
              </a:spcBef>
              <a:spcAft>
                <a:spcPts val="0"/>
              </a:spcAft>
              <a:buClr>
                <a:srgbClr val="000000"/>
              </a:buClr>
              <a:buSzPts val="700"/>
              <a:buFont typeface="Helvetica Neue"/>
              <a:buNone/>
              <a:defRPr sz="700"/>
            </a:lvl2pPr>
            <a:lvl3pPr indent="0" lvl="2" marL="0" algn="ctr">
              <a:lnSpc>
                <a:spcPct val="100000"/>
              </a:lnSpc>
              <a:spcBef>
                <a:spcPts val="0"/>
              </a:spcBef>
              <a:spcAft>
                <a:spcPts val="0"/>
              </a:spcAft>
              <a:buClr>
                <a:srgbClr val="000000"/>
              </a:buClr>
              <a:buSzPts val="700"/>
              <a:buFont typeface="Helvetica Neue"/>
              <a:buNone/>
              <a:defRPr sz="700"/>
            </a:lvl3pPr>
            <a:lvl4pPr indent="0" lvl="3" marL="0" algn="ctr">
              <a:lnSpc>
                <a:spcPct val="100000"/>
              </a:lnSpc>
              <a:spcBef>
                <a:spcPts val="0"/>
              </a:spcBef>
              <a:spcAft>
                <a:spcPts val="0"/>
              </a:spcAft>
              <a:buClr>
                <a:srgbClr val="000000"/>
              </a:buClr>
              <a:buSzPts val="700"/>
              <a:buFont typeface="Helvetica Neue"/>
              <a:buNone/>
              <a:defRPr sz="700"/>
            </a:lvl4pPr>
            <a:lvl5pPr indent="0" lvl="4" marL="0" algn="ctr">
              <a:lnSpc>
                <a:spcPct val="100000"/>
              </a:lnSpc>
              <a:spcBef>
                <a:spcPts val="0"/>
              </a:spcBef>
              <a:spcAft>
                <a:spcPts val="0"/>
              </a:spcAft>
              <a:buClr>
                <a:srgbClr val="000000"/>
              </a:buClr>
              <a:buSzPts val="700"/>
              <a:buFont typeface="Helvetica Neue"/>
              <a:buNone/>
              <a:defRPr sz="700"/>
            </a:lvl5pPr>
            <a:lvl6pPr indent="0" lvl="5" marL="0" algn="ctr">
              <a:lnSpc>
                <a:spcPct val="100000"/>
              </a:lnSpc>
              <a:spcBef>
                <a:spcPts val="0"/>
              </a:spcBef>
              <a:spcAft>
                <a:spcPts val="0"/>
              </a:spcAft>
              <a:buClr>
                <a:srgbClr val="000000"/>
              </a:buClr>
              <a:buSzPts val="700"/>
              <a:buFont typeface="Helvetica Neue"/>
              <a:buNone/>
              <a:defRPr sz="700"/>
            </a:lvl6pPr>
            <a:lvl7pPr indent="0" lvl="6" marL="0" algn="ctr">
              <a:lnSpc>
                <a:spcPct val="100000"/>
              </a:lnSpc>
              <a:spcBef>
                <a:spcPts val="0"/>
              </a:spcBef>
              <a:spcAft>
                <a:spcPts val="0"/>
              </a:spcAft>
              <a:buClr>
                <a:srgbClr val="000000"/>
              </a:buClr>
              <a:buSzPts val="700"/>
              <a:buFont typeface="Helvetica Neue"/>
              <a:buNone/>
              <a:defRPr sz="700"/>
            </a:lvl7pPr>
            <a:lvl8pPr indent="0" lvl="7" marL="0" algn="ctr">
              <a:lnSpc>
                <a:spcPct val="100000"/>
              </a:lnSpc>
              <a:spcBef>
                <a:spcPts val="0"/>
              </a:spcBef>
              <a:spcAft>
                <a:spcPts val="0"/>
              </a:spcAft>
              <a:buClr>
                <a:srgbClr val="000000"/>
              </a:buClr>
              <a:buSzPts val="700"/>
              <a:buFont typeface="Helvetica Neue"/>
              <a:buNone/>
              <a:defRPr sz="700"/>
            </a:lvl8pPr>
            <a:lvl9pPr indent="0" lvl="8" marL="0" algn="ctr">
              <a:lnSpc>
                <a:spcPct val="100000"/>
              </a:lnSpc>
              <a:spcBef>
                <a:spcPts val="0"/>
              </a:spcBef>
              <a:spcAft>
                <a:spcPts val="0"/>
              </a:spcAft>
              <a:buClr>
                <a:srgbClr val="000000"/>
              </a:buClr>
              <a:buSzPts val="700"/>
              <a:buFont typeface="Helvetica Neue"/>
              <a:buNone/>
              <a:defRPr sz="700"/>
            </a:lvl9pPr>
          </a:lstStyle>
          <a:p>
            <a:pPr indent="0" lvl="0" marL="0" rtl="0" algn="ctr">
              <a:spcBef>
                <a:spcPts val="0"/>
              </a:spcBef>
              <a:spcAft>
                <a:spcPts val="0"/>
              </a:spcAft>
              <a:buNone/>
            </a:pPr>
            <a:fld id="{00000000-1234-1234-1234-123412341234}" type="slidenum">
              <a:rPr lang="es"/>
              <a:t>‹#›</a:t>
            </a:fld>
            <a:endParaRPr sz="10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2">
  <p:cSld name="Title &amp; Bullets 2">
    <p:spTree>
      <p:nvGrpSpPr>
        <p:cNvPr id="71" name="Shape 71"/>
        <p:cNvGrpSpPr/>
        <p:nvPr/>
      </p:nvGrpSpPr>
      <p:grpSpPr>
        <a:xfrm>
          <a:off x="0" y="0"/>
          <a:ext cx="0" cy="0"/>
          <a:chOff x="0" y="0"/>
          <a:chExt cx="0" cy="0"/>
        </a:xfrm>
      </p:grpSpPr>
      <p:sp>
        <p:nvSpPr>
          <p:cNvPr id="72" name="Google Shape;72;p17"/>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000000"/>
              </a:buClr>
              <a:buSzPts val="3200"/>
              <a:buFont typeface="Helvetica Neue"/>
              <a:buNone/>
              <a:defRPr>
                <a:solidFill>
                  <a:srgbClr val="000000"/>
                </a:solidFill>
              </a:defRPr>
            </a:lvl1pPr>
            <a:lvl2pPr lvl="1" algn="l">
              <a:lnSpc>
                <a:spcPct val="80000"/>
              </a:lnSpc>
              <a:spcBef>
                <a:spcPts val="0"/>
              </a:spcBef>
              <a:spcAft>
                <a:spcPts val="0"/>
              </a:spcAft>
              <a:buClr>
                <a:srgbClr val="5E5E5E"/>
              </a:buClr>
              <a:buSzPts val="700"/>
              <a:buNone/>
              <a:defRPr/>
            </a:lvl2pPr>
            <a:lvl3pPr lvl="2" algn="l">
              <a:lnSpc>
                <a:spcPct val="80000"/>
              </a:lnSpc>
              <a:spcBef>
                <a:spcPts val="0"/>
              </a:spcBef>
              <a:spcAft>
                <a:spcPts val="0"/>
              </a:spcAft>
              <a:buClr>
                <a:srgbClr val="5E5E5E"/>
              </a:buClr>
              <a:buSzPts val="700"/>
              <a:buNone/>
              <a:defRPr/>
            </a:lvl3pPr>
            <a:lvl4pPr lvl="3" algn="l">
              <a:lnSpc>
                <a:spcPct val="80000"/>
              </a:lnSpc>
              <a:spcBef>
                <a:spcPts val="0"/>
              </a:spcBef>
              <a:spcAft>
                <a:spcPts val="0"/>
              </a:spcAft>
              <a:buClr>
                <a:srgbClr val="5E5E5E"/>
              </a:buClr>
              <a:buSzPts val="700"/>
              <a:buNone/>
              <a:defRPr/>
            </a:lvl4pPr>
            <a:lvl5pPr lvl="4" algn="l">
              <a:lnSpc>
                <a:spcPct val="80000"/>
              </a:lnSpc>
              <a:spcBef>
                <a:spcPts val="0"/>
              </a:spcBef>
              <a:spcAft>
                <a:spcPts val="0"/>
              </a:spcAft>
              <a:buClr>
                <a:srgbClr val="5E5E5E"/>
              </a:buClr>
              <a:buSzPts val="700"/>
              <a:buNone/>
              <a:defRPr/>
            </a:lvl5pPr>
            <a:lvl6pPr lvl="5" algn="l">
              <a:lnSpc>
                <a:spcPct val="80000"/>
              </a:lnSpc>
              <a:spcBef>
                <a:spcPts val="0"/>
              </a:spcBef>
              <a:spcAft>
                <a:spcPts val="0"/>
              </a:spcAft>
              <a:buClr>
                <a:srgbClr val="5E5E5E"/>
              </a:buClr>
              <a:buSzPts val="700"/>
              <a:buNone/>
              <a:defRPr/>
            </a:lvl6pPr>
            <a:lvl7pPr lvl="6" algn="l">
              <a:lnSpc>
                <a:spcPct val="80000"/>
              </a:lnSpc>
              <a:spcBef>
                <a:spcPts val="0"/>
              </a:spcBef>
              <a:spcAft>
                <a:spcPts val="0"/>
              </a:spcAft>
              <a:buClr>
                <a:srgbClr val="5E5E5E"/>
              </a:buClr>
              <a:buSzPts val="700"/>
              <a:buNone/>
              <a:defRPr/>
            </a:lvl7pPr>
            <a:lvl8pPr lvl="7" algn="l">
              <a:lnSpc>
                <a:spcPct val="80000"/>
              </a:lnSpc>
              <a:spcBef>
                <a:spcPts val="0"/>
              </a:spcBef>
              <a:spcAft>
                <a:spcPts val="0"/>
              </a:spcAft>
              <a:buClr>
                <a:srgbClr val="5E5E5E"/>
              </a:buClr>
              <a:buSzPts val="700"/>
              <a:buNone/>
              <a:defRPr/>
            </a:lvl8pPr>
            <a:lvl9pPr lvl="8" algn="l">
              <a:lnSpc>
                <a:spcPct val="80000"/>
              </a:lnSpc>
              <a:spcBef>
                <a:spcPts val="0"/>
              </a:spcBef>
              <a:spcAft>
                <a:spcPts val="0"/>
              </a:spcAft>
              <a:buClr>
                <a:srgbClr val="5E5E5E"/>
              </a:buClr>
              <a:buSzPts val="700"/>
              <a:buNone/>
              <a:defRPr/>
            </a:lvl9pPr>
          </a:lstStyle>
          <a:p/>
        </p:txBody>
      </p:sp>
      <p:sp>
        <p:nvSpPr>
          <p:cNvPr id="73" name="Google Shape;73;p17"/>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5E5E5E"/>
              </a:buClr>
              <a:buSzPts val="1600"/>
              <a:buFont typeface="Helvetica Neue"/>
              <a:buNone/>
              <a:defRPr b="1" sz="1600">
                <a:solidFill>
                  <a:srgbClr val="5E5E5E"/>
                </a:solidFill>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74" name="Google Shape;74;p17"/>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75" name="Google Shape;75;p17"/>
          <p:cNvSpPr txBox="1"/>
          <p:nvPr>
            <p:ph idx="12" type="sldNum"/>
          </p:nvPr>
        </p:nvSpPr>
        <p:spPr>
          <a:xfrm>
            <a:off x="4500562" y="4905375"/>
            <a:ext cx="138300" cy="1461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lvl1pPr>
            <a:lvl2pPr indent="0" lvl="1" marL="0" algn="ctr">
              <a:lnSpc>
                <a:spcPct val="100000"/>
              </a:lnSpc>
              <a:spcBef>
                <a:spcPts val="0"/>
              </a:spcBef>
              <a:spcAft>
                <a:spcPts val="0"/>
              </a:spcAft>
              <a:buClr>
                <a:srgbClr val="000000"/>
              </a:buClr>
              <a:buSzPts val="700"/>
              <a:buFont typeface="Helvetica Neue"/>
              <a:buNone/>
              <a:defRPr sz="700"/>
            </a:lvl2pPr>
            <a:lvl3pPr indent="0" lvl="2" marL="0" algn="ctr">
              <a:lnSpc>
                <a:spcPct val="100000"/>
              </a:lnSpc>
              <a:spcBef>
                <a:spcPts val="0"/>
              </a:spcBef>
              <a:spcAft>
                <a:spcPts val="0"/>
              </a:spcAft>
              <a:buClr>
                <a:srgbClr val="000000"/>
              </a:buClr>
              <a:buSzPts val="700"/>
              <a:buFont typeface="Helvetica Neue"/>
              <a:buNone/>
              <a:defRPr sz="700"/>
            </a:lvl3pPr>
            <a:lvl4pPr indent="0" lvl="3" marL="0" algn="ctr">
              <a:lnSpc>
                <a:spcPct val="100000"/>
              </a:lnSpc>
              <a:spcBef>
                <a:spcPts val="0"/>
              </a:spcBef>
              <a:spcAft>
                <a:spcPts val="0"/>
              </a:spcAft>
              <a:buClr>
                <a:srgbClr val="000000"/>
              </a:buClr>
              <a:buSzPts val="700"/>
              <a:buFont typeface="Helvetica Neue"/>
              <a:buNone/>
              <a:defRPr sz="700"/>
            </a:lvl4pPr>
            <a:lvl5pPr indent="0" lvl="4" marL="0" algn="ctr">
              <a:lnSpc>
                <a:spcPct val="100000"/>
              </a:lnSpc>
              <a:spcBef>
                <a:spcPts val="0"/>
              </a:spcBef>
              <a:spcAft>
                <a:spcPts val="0"/>
              </a:spcAft>
              <a:buClr>
                <a:srgbClr val="000000"/>
              </a:buClr>
              <a:buSzPts val="700"/>
              <a:buFont typeface="Helvetica Neue"/>
              <a:buNone/>
              <a:defRPr sz="700"/>
            </a:lvl5pPr>
            <a:lvl6pPr indent="0" lvl="5" marL="0" algn="ctr">
              <a:lnSpc>
                <a:spcPct val="100000"/>
              </a:lnSpc>
              <a:spcBef>
                <a:spcPts val="0"/>
              </a:spcBef>
              <a:spcAft>
                <a:spcPts val="0"/>
              </a:spcAft>
              <a:buClr>
                <a:srgbClr val="000000"/>
              </a:buClr>
              <a:buSzPts val="700"/>
              <a:buFont typeface="Helvetica Neue"/>
              <a:buNone/>
              <a:defRPr sz="700"/>
            </a:lvl6pPr>
            <a:lvl7pPr indent="0" lvl="6" marL="0" algn="ctr">
              <a:lnSpc>
                <a:spcPct val="100000"/>
              </a:lnSpc>
              <a:spcBef>
                <a:spcPts val="0"/>
              </a:spcBef>
              <a:spcAft>
                <a:spcPts val="0"/>
              </a:spcAft>
              <a:buClr>
                <a:srgbClr val="000000"/>
              </a:buClr>
              <a:buSzPts val="700"/>
              <a:buFont typeface="Helvetica Neue"/>
              <a:buNone/>
              <a:defRPr sz="700"/>
            </a:lvl7pPr>
            <a:lvl8pPr indent="0" lvl="7" marL="0" algn="ctr">
              <a:lnSpc>
                <a:spcPct val="100000"/>
              </a:lnSpc>
              <a:spcBef>
                <a:spcPts val="0"/>
              </a:spcBef>
              <a:spcAft>
                <a:spcPts val="0"/>
              </a:spcAft>
              <a:buClr>
                <a:srgbClr val="000000"/>
              </a:buClr>
              <a:buSzPts val="700"/>
              <a:buFont typeface="Helvetica Neue"/>
              <a:buNone/>
              <a:defRPr sz="700"/>
            </a:lvl8pPr>
            <a:lvl9pPr indent="0" lvl="8" marL="0" algn="ctr">
              <a:lnSpc>
                <a:spcPct val="100000"/>
              </a:lnSpc>
              <a:spcBef>
                <a:spcPts val="0"/>
              </a:spcBef>
              <a:spcAft>
                <a:spcPts val="0"/>
              </a:spcAft>
              <a:buClr>
                <a:srgbClr val="000000"/>
              </a:buClr>
              <a:buSzPts val="700"/>
              <a:buFont typeface="Helvetica Neue"/>
              <a:buNone/>
              <a:defRPr sz="700"/>
            </a:lvl9pPr>
          </a:lstStyle>
          <a:p>
            <a:pPr indent="0" lvl="0" marL="0" rtl="0" algn="ctr">
              <a:spcBef>
                <a:spcPts val="0"/>
              </a:spcBef>
              <a:spcAft>
                <a:spcPts val="0"/>
              </a:spcAft>
              <a:buNone/>
            </a:pPr>
            <a:fld id="{00000000-1234-1234-1234-123412341234}" type="slidenum">
              <a:rPr lang="es"/>
              <a:t>‹#›</a:t>
            </a:fld>
            <a:endParaRPr sz="100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3">
  <p:cSld name="Title &amp; Bullets 3">
    <p:spTree>
      <p:nvGrpSpPr>
        <p:cNvPr id="76" name="Shape 76"/>
        <p:cNvGrpSpPr/>
        <p:nvPr/>
      </p:nvGrpSpPr>
      <p:grpSpPr>
        <a:xfrm>
          <a:off x="0" y="0"/>
          <a:ext cx="0" cy="0"/>
          <a:chOff x="0" y="0"/>
          <a:chExt cx="0" cy="0"/>
        </a:xfrm>
      </p:grpSpPr>
      <p:sp>
        <p:nvSpPr>
          <p:cNvPr id="77" name="Google Shape;77;p18"/>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5E5E5E"/>
              </a:buClr>
              <a:buSzPts val="700"/>
              <a:buNone/>
              <a:defRPr/>
            </a:lvl1pPr>
            <a:lvl2pPr lvl="1" algn="l">
              <a:lnSpc>
                <a:spcPct val="80000"/>
              </a:lnSpc>
              <a:spcBef>
                <a:spcPts val="0"/>
              </a:spcBef>
              <a:spcAft>
                <a:spcPts val="0"/>
              </a:spcAft>
              <a:buClr>
                <a:srgbClr val="5E5E5E"/>
              </a:buClr>
              <a:buSzPts val="700"/>
              <a:buNone/>
              <a:defRPr/>
            </a:lvl2pPr>
            <a:lvl3pPr lvl="2" algn="l">
              <a:lnSpc>
                <a:spcPct val="80000"/>
              </a:lnSpc>
              <a:spcBef>
                <a:spcPts val="0"/>
              </a:spcBef>
              <a:spcAft>
                <a:spcPts val="0"/>
              </a:spcAft>
              <a:buClr>
                <a:srgbClr val="5E5E5E"/>
              </a:buClr>
              <a:buSzPts val="700"/>
              <a:buNone/>
              <a:defRPr/>
            </a:lvl3pPr>
            <a:lvl4pPr lvl="3" algn="l">
              <a:lnSpc>
                <a:spcPct val="80000"/>
              </a:lnSpc>
              <a:spcBef>
                <a:spcPts val="0"/>
              </a:spcBef>
              <a:spcAft>
                <a:spcPts val="0"/>
              </a:spcAft>
              <a:buClr>
                <a:srgbClr val="5E5E5E"/>
              </a:buClr>
              <a:buSzPts val="700"/>
              <a:buNone/>
              <a:defRPr/>
            </a:lvl4pPr>
            <a:lvl5pPr lvl="4" algn="l">
              <a:lnSpc>
                <a:spcPct val="80000"/>
              </a:lnSpc>
              <a:spcBef>
                <a:spcPts val="0"/>
              </a:spcBef>
              <a:spcAft>
                <a:spcPts val="0"/>
              </a:spcAft>
              <a:buClr>
                <a:srgbClr val="5E5E5E"/>
              </a:buClr>
              <a:buSzPts val="700"/>
              <a:buNone/>
              <a:defRPr/>
            </a:lvl5pPr>
            <a:lvl6pPr lvl="5" algn="l">
              <a:lnSpc>
                <a:spcPct val="80000"/>
              </a:lnSpc>
              <a:spcBef>
                <a:spcPts val="0"/>
              </a:spcBef>
              <a:spcAft>
                <a:spcPts val="0"/>
              </a:spcAft>
              <a:buClr>
                <a:srgbClr val="5E5E5E"/>
              </a:buClr>
              <a:buSzPts val="700"/>
              <a:buNone/>
              <a:defRPr/>
            </a:lvl6pPr>
            <a:lvl7pPr lvl="6" algn="l">
              <a:lnSpc>
                <a:spcPct val="80000"/>
              </a:lnSpc>
              <a:spcBef>
                <a:spcPts val="0"/>
              </a:spcBef>
              <a:spcAft>
                <a:spcPts val="0"/>
              </a:spcAft>
              <a:buClr>
                <a:srgbClr val="5E5E5E"/>
              </a:buClr>
              <a:buSzPts val="700"/>
              <a:buNone/>
              <a:defRPr/>
            </a:lvl7pPr>
            <a:lvl8pPr lvl="7" algn="l">
              <a:lnSpc>
                <a:spcPct val="80000"/>
              </a:lnSpc>
              <a:spcBef>
                <a:spcPts val="0"/>
              </a:spcBef>
              <a:spcAft>
                <a:spcPts val="0"/>
              </a:spcAft>
              <a:buClr>
                <a:srgbClr val="5E5E5E"/>
              </a:buClr>
              <a:buSzPts val="700"/>
              <a:buNone/>
              <a:defRPr/>
            </a:lvl8pPr>
            <a:lvl9pPr lvl="8" algn="l">
              <a:lnSpc>
                <a:spcPct val="80000"/>
              </a:lnSpc>
              <a:spcBef>
                <a:spcPts val="0"/>
              </a:spcBef>
              <a:spcAft>
                <a:spcPts val="0"/>
              </a:spcAft>
              <a:buClr>
                <a:srgbClr val="5E5E5E"/>
              </a:buClr>
              <a:buSzPts val="700"/>
              <a:buNone/>
              <a:defRPr/>
            </a:lvl9pPr>
          </a:lstStyle>
          <a:p/>
        </p:txBody>
      </p:sp>
      <p:sp>
        <p:nvSpPr>
          <p:cNvPr id="78" name="Google Shape;78;p18"/>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929292"/>
              </a:buClr>
              <a:buSzPts val="1500"/>
              <a:buFont typeface="Helvetica Neue"/>
              <a:buNone/>
              <a:defRPr b="1" sz="1500">
                <a:solidFill>
                  <a:srgbClr val="929292"/>
                </a:solidFill>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79" name="Google Shape;79;p18"/>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80" name="Google Shape;80;p18"/>
          <p:cNvSpPr txBox="1"/>
          <p:nvPr>
            <p:ph idx="12" type="sldNum"/>
          </p:nvPr>
        </p:nvSpPr>
        <p:spPr>
          <a:xfrm>
            <a:off x="4500562" y="4905375"/>
            <a:ext cx="138300" cy="1461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lvl1pPr>
            <a:lvl2pPr indent="0" lvl="1" marL="0" algn="ctr">
              <a:lnSpc>
                <a:spcPct val="100000"/>
              </a:lnSpc>
              <a:spcBef>
                <a:spcPts val="0"/>
              </a:spcBef>
              <a:spcAft>
                <a:spcPts val="0"/>
              </a:spcAft>
              <a:buClr>
                <a:srgbClr val="000000"/>
              </a:buClr>
              <a:buSzPts val="700"/>
              <a:buFont typeface="Helvetica Neue"/>
              <a:buNone/>
              <a:defRPr sz="700"/>
            </a:lvl2pPr>
            <a:lvl3pPr indent="0" lvl="2" marL="0" algn="ctr">
              <a:lnSpc>
                <a:spcPct val="100000"/>
              </a:lnSpc>
              <a:spcBef>
                <a:spcPts val="0"/>
              </a:spcBef>
              <a:spcAft>
                <a:spcPts val="0"/>
              </a:spcAft>
              <a:buClr>
                <a:srgbClr val="000000"/>
              </a:buClr>
              <a:buSzPts val="700"/>
              <a:buFont typeface="Helvetica Neue"/>
              <a:buNone/>
              <a:defRPr sz="700"/>
            </a:lvl3pPr>
            <a:lvl4pPr indent="0" lvl="3" marL="0" algn="ctr">
              <a:lnSpc>
                <a:spcPct val="100000"/>
              </a:lnSpc>
              <a:spcBef>
                <a:spcPts val="0"/>
              </a:spcBef>
              <a:spcAft>
                <a:spcPts val="0"/>
              </a:spcAft>
              <a:buClr>
                <a:srgbClr val="000000"/>
              </a:buClr>
              <a:buSzPts val="700"/>
              <a:buFont typeface="Helvetica Neue"/>
              <a:buNone/>
              <a:defRPr sz="700"/>
            </a:lvl4pPr>
            <a:lvl5pPr indent="0" lvl="4" marL="0" algn="ctr">
              <a:lnSpc>
                <a:spcPct val="100000"/>
              </a:lnSpc>
              <a:spcBef>
                <a:spcPts val="0"/>
              </a:spcBef>
              <a:spcAft>
                <a:spcPts val="0"/>
              </a:spcAft>
              <a:buClr>
                <a:srgbClr val="000000"/>
              </a:buClr>
              <a:buSzPts val="700"/>
              <a:buFont typeface="Helvetica Neue"/>
              <a:buNone/>
              <a:defRPr sz="700"/>
            </a:lvl5pPr>
            <a:lvl6pPr indent="0" lvl="5" marL="0" algn="ctr">
              <a:lnSpc>
                <a:spcPct val="100000"/>
              </a:lnSpc>
              <a:spcBef>
                <a:spcPts val="0"/>
              </a:spcBef>
              <a:spcAft>
                <a:spcPts val="0"/>
              </a:spcAft>
              <a:buClr>
                <a:srgbClr val="000000"/>
              </a:buClr>
              <a:buSzPts val="700"/>
              <a:buFont typeface="Helvetica Neue"/>
              <a:buNone/>
              <a:defRPr sz="700"/>
            </a:lvl6pPr>
            <a:lvl7pPr indent="0" lvl="6" marL="0" algn="ctr">
              <a:lnSpc>
                <a:spcPct val="100000"/>
              </a:lnSpc>
              <a:spcBef>
                <a:spcPts val="0"/>
              </a:spcBef>
              <a:spcAft>
                <a:spcPts val="0"/>
              </a:spcAft>
              <a:buClr>
                <a:srgbClr val="000000"/>
              </a:buClr>
              <a:buSzPts val="700"/>
              <a:buFont typeface="Helvetica Neue"/>
              <a:buNone/>
              <a:defRPr sz="700"/>
            </a:lvl7pPr>
            <a:lvl8pPr indent="0" lvl="7" marL="0" algn="ctr">
              <a:lnSpc>
                <a:spcPct val="100000"/>
              </a:lnSpc>
              <a:spcBef>
                <a:spcPts val="0"/>
              </a:spcBef>
              <a:spcAft>
                <a:spcPts val="0"/>
              </a:spcAft>
              <a:buClr>
                <a:srgbClr val="000000"/>
              </a:buClr>
              <a:buSzPts val="700"/>
              <a:buFont typeface="Helvetica Neue"/>
              <a:buNone/>
              <a:defRPr sz="700"/>
            </a:lvl8pPr>
            <a:lvl9pPr indent="0" lvl="8" marL="0" algn="ctr">
              <a:lnSpc>
                <a:spcPct val="100000"/>
              </a:lnSpc>
              <a:spcBef>
                <a:spcPts val="0"/>
              </a:spcBef>
              <a:spcAft>
                <a:spcPts val="0"/>
              </a:spcAft>
              <a:buClr>
                <a:srgbClr val="000000"/>
              </a:buClr>
              <a:buSzPts val="700"/>
              <a:buFont typeface="Helvetica Neue"/>
              <a:buNone/>
              <a:defRPr sz="700"/>
            </a:lvl9pPr>
          </a:lstStyle>
          <a:p>
            <a:pPr indent="0" lvl="0" marL="0" rtl="0" algn="ctr">
              <a:spcBef>
                <a:spcPts val="0"/>
              </a:spcBef>
              <a:spcAft>
                <a:spcPts val="0"/>
              </a:spcAft>
              <a:buNone/>
            </a:pPr>
            <a:fld id="{00000000-1234-1234-1234-123412341234}" type="slidenum">
              <a:rPr lang="es"/>
              <a:t>‹#›</a:t>
            </a:fld>
            <a:endParaRPr sz="10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4">
  <p:cSld name="Title &amp; Bullets 4">
    <p:spTree>
      <p:nvGrpSpPr>
        <p:cNvPr id="81" name="Shape 81"/>
        <p:cNvGrpSpPr/>
        <p:nvPr/>
      </p:nvGrpSpPr>
      <p:grpSpPr>
        <a:xfrm>
          <a:off x="0" y="0"/>
          <a:ext cx="0" cy="0"/>
          <a:chOff x="0" y="0"/>
          <a:chExt cx="0" cy="0"/>
        </a:xfrm>
      </p:grpSpPr>
      <p:sp>
        <p:nvSpPr>
          <p:cNvPr id="82" name="Google Shape;82;p19"/>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5E5E5E"/>
              </a:buClr>
              <a:buSzPts val="700"/>
              <a:buNone/>
              <a:defRPr/>
            </a:lvl1pPr>
            <a:lvl2pPr lvl="1" algn="l">
              <a:lnSpc>
                <a:spcPct val="80000"/>
              </a:lnSpc>
              <a:spcBef>
                <a:spcPts val="0"/>
              </a:spcBef>
              <a:spcAft>
                <a:spcPts val="0"/>
              </a:spcAft>
              <a:buClr>
                <a:srgbClr val="5E5E5E"/>
              </a:buClr>
              <a:buSzPts val="700"/>
              <a:buNone/>
              <a:defRPr/>
            </a:lvl2pPr>
            <a:lvl3pPr lvl="2" algn="l">
              <a:lnSpc>
                <a:spcPct val="80000"/>
              </a:lnSpc>
              <a:spcBef>
                <a:spcPts val="0"/>
              </a:spcBef>
              <a:spcAft>
                <a:spcPts val="0"/>
              </a:spcAft>
              <a:buClr>
                <a:srgbClr val="5E5E5E"/>
              </a:buClr>
              <a:buSzPts val="700"/>
              <a:buNone/>
              <a:defRPr/>
            </a:lvl3pPr>
            <a:lvl4pPr lvl="3" algn="l">
              <a:lnSpc>
                <a:spcPct val="80000"/>
              </a:lnSpc>
              <a:spcBef>
                <a:spcPts val="0"/>
              </a:spcBef>
              <a:spcAft>
                <a:spcPts val="0"/>
              </a:spcAft>
              <a:buClr>
                <a:srgbClr val="5E5E5E"/>
              </a:buClr>
              <a:buSzPts val="700"/>
              <a:buNone/>
              <a:defRPr/>
            </a:lvl4pPr>
            <a:lvl5pPr lvl="4" algn="l">
              <a:lnSpc>
                <a:spcPct val="80000"/>
              </a:lnSpc>
              <a:spcBef>
                <a:spcPts val="0"/>
              </a:spcBef>
              <a:spcAft>
                <a:spcPts val="0"/>
              </a:spcAft>
              <a:buClr>
                <a:srgbClr val="5E5E5E"/>
              </a:buClr>
              <a:buSzPts val="700"/>
              <a:buNone/>
              <a:defRPr/>
            </a:lvl5pPr>
            <a:lvl6pPr lvl="5" algn="l">
              <a:lnSpc>
                <a:spcPct val="80000"/>
              </a:lnSpc>
              <a:spcBef>
                <a:spcPts val="0"/>
              </a:spcBef>
              <a:spcAft>
                <a:spcPts val="0"/>
              </a:spcAft>
              <a:buClr>
                <a:srgbClr val="5E5E5E"/>
              </a:buClr>
              <a:buSzPts val="700"/>
              <a:buNone/>
              <a:defRPr/>
            </a:lvl6pPr>
            <a:lvl7pPr lvl="6" algn="l">
              <a:lnSpc>
                <a:spcPct val="80000"/>
              </a:lnSpc>
              <a:spcBef>
                <a:spcPts val="0"/>
              </a:spcBef>
              <a:spcAft>
                <a:spcPts val="0"/>
              </a:spcAft>
              <a:buClr>
                <a:srgbClr val="5E5E5E"/>
              </a:buClr>
              <a:buSzPts val="700"/>
              <a:buNone/>
              <a:defRPr/>
            </a:lvl7pPr>
            <a:lvl8pPr lvl="7" algn="l">
              <a:lnSpc>
                <a:spcPct val="80000"/>
              </a:lnSpc>
              <a:spcBef>
                <a:spcPts val="0"/>
              </a:spcBef>
              <a:spcAft>
                <a:spcPts val="0"/>
              </a:spcAft>
              <a:buClr>
                <a:srgbClr val="5E5E5E"/>
              </a:buClr>
              <a:buSzPts val="700"/>
              <a:buNone/>
              <a:defRPr/>
            </a:lvl8pPr>
            <a:lvl9pPr lvl="8" algn="l">
              <a:lnSpc>
                <a:spcPct val="80000"/>
              </a:lnSpc>
              <a:spcBef>
                <a:spcPts val="0"/>
              </a:spcBef>
              <a:spcAft>
                <a:spcPts val="0"/>
              </a:spcAft>
              <a:buClr>
                <a:srgbClr val="5E5E5E"/>
              </a:buClr>
              <a:buSzPts val="700"/>
              <a:buNone/>
              <a:defRPr/>
            </a:lvl9pPr>
          </a:lstStyle>
          <a:p/>
        </p:txBody>
      </p:sp>
      <p:sp>
        <p:nvSpPr>
          <p:cNvPr id="83" name="Google Shape;83;p19"/>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929292"/>
              </a:buClr>
              <a:buSzPts val="1500"/>
              <a:buFont typeface="Helvetica Neue"/>
              <a:buNone/>
              <a:defRPr b="1" sz="1500">
                <a:solidFill>
                  <a:srgbClr val="929292"/>
                </a:solidFill>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84" name="Google Shape;84;p19"/>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85" name="Google Shape;85;p19"/>
          <p:cNvSpPr txBox="1"/>
          <p:nvPr>
            <p:ph idx="12" type="sldNum"/>
          </p:nvPr>
        </p:nvSpPr>
        <p:spPr>
          <a:xfrm>
            <a:off x="4500562" y="4905375"/>
            <a:ext cx="138300" cy="1461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lvl1pPr>
            <a:lvl2pPr indent="0" lvl="1" marL="0" algn="ctr">
              <a:lnSpc>
                <a:spcPct val="100000"/>
              </a:lnSpc>
              <a:spcBef>
                <a:spcPts val="0"/>
              </a:spcBef>
              <a:spcAft>
                <a:spcPts val="0"/>
              </a:spcAft>
              <a:buClr>
                <a:srgbClr val="000000"/>
              </a:buClr>
              <a:buSzPts val="700"/>
              <a:buFont typeface="Helvetica Neue"/>
              <a:buNone/>
              <a:defRPr sz="700"/>
            </a:lvl2pPr>
            <a:lvl3pPr indent="0" lvl="2" marL="0" algn="ctr">
              <a:lnSpc>
                <a:spcPct val="100000"/>
              </a:lnSpc>
              <a:spcBef>
                <a:spcPts val="0"/>
              </a:spcBef>
              <a:spcAft>
                <a:spcPts val="0"/>
              </a:spcAft>
              <a:buClr>
                <a:srgbClr val="000000"/>
              </a:buClr>
              <a:buSzPts val="700"/>
              <a:buFont typeface="Helvetica Neue"/>
              <a:buNone/>
              <a:defRPr sz="700"/>
            </a:lvl3pPr>
            <a:lvl4pPr indent="0" lvl="3" marL="0" algn="ctr">
              <a:lnSpc>
                <a:spcPct val="100000"/>
              </a:lnSpc>
              <a:spcBef>
                <a:spcPts val="0"/>
              </a:spcBef>
              <a:spcAft>
                <a:spcPts val="0"/>
              </a:spcAft>
              <a:buClr>
                <a:srgbClr val="000000"/>
              </a:buClr>
              <a:buSzPts val="700"/>
              <a:buFont typeface="Helvetica Neue"/>
              <a:buNone/>
              <a:defRPr sz="700"/>
            </a:lvl4pPr>
            <a:lvl5pPr indent="0" lvl="4" marL="0" algn="ctr">
              <a:lnSpc>
                <a:spcPct val="100000"/>
              </a:lnSpc>
              <a:spcBef>
                <a:spcPts val="0"/>
              </a:spcBef>
              <a:spcAft>
                <a:spcPts val="0"/>
              </a:spcAft>
              <a:buClr>
                <a:srgbClr val="000000"/>
              </a:buClr>
              <a:buSzPts val="700"/>
              <a:buFont typeface="Helvetica Neue"/>
              <a:buNone/>
              <a:defRPr sz="700"/>
            </a:lvl5pPr>
            <a:lvl6pPr indent="0" lvl="5" marL="0" algn="ctr">
              <a:lnSpc>
                <a:spcPct val="100000"/>
              </a:lnSpc>
              <a:spcBef>
                <a:spcPts val="0"/>
              </a:spcBef>
              <a:spcAft>
                <a:spcPts val="0"/>
              </a:spcAft>
              <a:buClr>
                <a:srgbClr val="000000"/>
              </a:buClr>
              <a:buSzPts val="700"/>
              <a:buFont typeface="Helvetica Neue"/>
              <a:buNone/>
              <a:defRPr sz="700"/>
            </a:lvl6pPr>
            <a:lvl7pPr indent="0" lvl="6" marL="0" algn="ctr">
              <a:lnSpc>
                <a:spcPct val="100000"/>
              </a:lnSpc>
              <a:spcBef>
                <a:spcPts val="0"/>
              </a:spcBef>
              <a:spcAft>
                <a:spcPts val="0"/>
              </a:spcAft>
              <a:buClr>
                <a:srgbClr val="000000"/>
              </a:buClr>
              <a:buSzPts val="700"/>
              <a:buFont typeface="Helvetica Neue"/>
              <a:buNone/>
              <a:defRPr sz="700"/>
            </a:lvl7pPr>
            <a:lvl8pPr indent="0" lvl="7" marL="0" algn="ctr">
              <a:lnSpc>
                <a:spcPct val="100000"/>
              </a:lnSpc>
              <a:spcBef>
                <a:spcPts val="0"/>
              </a:spcBef>
              <a:spcAft>
                <a:spcPts val="0"/>
              </a:spcAft>
              <a:buClr>
                <a:srgbClr val="000000"/>
              </a:buClr>
              <a:buSzPts val="700"/>
              <a:buFont typeface="Helvetica Neue"/>
              <a:buNone/>
              <a:defRPr sz="700"/>
            </a:lvl8pPr>
            <a:lvl9pPr indent="0" lvl="8" marL="0" algn="ctr">
              <a:lnSpc>
                <a:spcPct val="100000"/>
              </a:lnSpc>
              <a:spcBef>
                <a:spcPts val="0"/>
              </a:spcBef>
              <a:spcAft>
                <a:spcPts val="0"/>
              </a:spcAft>
              <a:buClr>
                <a:srgbClr val="000000"/>
              </a:buClr>
              <a:buSzPts val="700"/>
              <a:buFont typeface="Helvetica Neue"/>
              <a:buNone/>
              <a:defRPr sz="700"/>
            </a:lvl9pPr>
          </a:lstStyle>
          <a:p>
            <a:pPr indent="0" lvl="0" marL="0" rtl="0" algn="ctr">
              <a:spcBef>
                <a:spcPts val="0"/>
              </a:spcBef>
              <a:spcAft>
                <a:spcPts val="0"/>
              </a:spcAft>
              <a:buNone/>
            </a:pPr>
            <a:fld id="{00000000-1234-1234-1234-123412341234}" type="slidenum">
              <a:rPr lang="es"/>
              <a:t>‹#›</a:t>
            </a:fld>
            <a:endParaRPr sz="10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5">
  <p:cSld name="Title &amp; Bullets 5">
    <p:spTree>
      <p:nvGrpSpPr>
        <p:cNvPr id="86" name="Shape 86"/>
        <p:cNvGrpSpPr/>
        <p:nvPr/>
      </p:nvGrpSpPr>
      <p:grpSpPr>
        <a:xfrm>
          <a:off x="0" y="0"/>
          <a:ext cx="0" cy="0"/>
          <a:chOff x="0" y="0"/>
          <a:chExt cx="0" cy="0"/>
        </a:xfrm>
      </p:grpSpPr>
      <p:sp>
        <p:nvSpPr>
          <p:cNvPr id="87" name="Google Shape;87;p20"/>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5E5E5E"/>
              </a:buClr>
              <a:buSzPts val="700"/>
              <a:buNone/>
              <a:defRPr/>
            </a:lvl1pPr>
            <a:lvl2pPr lvl="1" algn="l">
              <a:lnSpc>
                <a:spcPct val="80000"/>
              </a:lnSpc>
              <a:spcBef>
                <a:spcPts val="0"/>
              </a:spcBef>
              <a:spcAft>
                <a:spcPts val="0"/>
              </a:spcAft>
              <a:buClr>
                <a:srgbClr val="5E5E5E"/>
              </a:buClr>
              <a:buSzPts val="700"/>
              <a:buNone/>
              <a:defRPr/>
            </a:lvl2pPr>
            <a:lvl3pPr lvl="2" algn="l">
              <a:lnSpc>
                <a:spcPct val="80000"/>
              </a:lnSpc>
              <a:spcBef>
                <a:spcPts val="0"/>
              </a:spcBef>
              <a:spcAft>
                <a:spcPts val="0"/>
              </a:spcAft>
              <a:buClr>
                <a:srgbClr val="5E5E5E"/>
              </a:buClr>
              <a:buSzPts val="700"/>
              <a:buNone/>
              <a:defRPr/>
            </a:lvl3pPr>
            <a:lvl4pPr lvl="3" algn="l">
              <a:lnSpc>
                <a:spcPct val="80000"/>
              </a:lnSpc>
              <a:spcBef>
                <a:spcPts val="0"/>
              </a:spcBef>
              <a:spcAft>
                <a:spcPts val="0"/>
              </a:spcAft>
              <a:buClr>
                <a:srgbClr val="5E5E5E"/>
              </a:buClr>
              <a:buSzPts val="700"/>
              <a:buNone/>
              <a:defRPr/>
            </a:lvl4pPr>
            <a:lvl5pPr lvl="4" algn="l">
              <a:lnSpc>
                <a:spcPct val="80000"/>
              </a:lnSpc>
              <a:spcBef>
                <a:spcPts val="0"/>
              </a:spcBef>
              <a:spcAft>
                <a:spcPts val="0"/>
              </a:spcAft>
              <a:buClr>
                <a:srgbClr val="5E5E5E"/>
              </a:buClr>
              <a:buSzPts val="700"/>
              <a:buNone/>
              <a:defRPr/>
            </a:lvl5pPr>
            <a:lvl6pPr lvl="5" algn="l">
              <a:lnSpc>
                <a:spcPct val="80000"/>
              </a:lnSpc>
              <a:spcBef>
                <a:spcPts val="0"/>
              </a:spcBef>
              <a:spcAft>
                <a:spcPts val="0"/>
              </a:spcAft>
              <a:buClr>
                <a:srgbClr val="5E5E5E"/>
              </a:buClr>
              <a:buSzPts val="700"/>
              <a:buNone/>
              <a:defRPr/>
            </a:lvl6pPr>
            <a:lvl7pPr lvl="6" algn="l">
              <a:lnSpc>
                <a:spcPct val="80000"/>
              </a:lnSpc>
              <a:spcBef>
                <a:spcPts val="0"/>
              </a:spcBef>
              <a:spcAft>
                <a:spcPts val="0"/>
              </a:spcAft>
              <a:buClr>
                <a:srgbClr val="5E5E5E"/>
              </a:buClr>
              <a:buSzPts val="700"/>
              <a:buNone/>
              <a:defRPr/>
            </a:lvl7pPr>
            <a:lvl8pPr lvl="7" algn="l">
              <a:lnSpc>
                <a:spcPct val="80000"/>
              </a:lnSpc>
              <a:spcBef>
                <a:spcPts val="0"/>
              </a:spcBef>
              <a:spcAft>
                <a:spcPts val="0"/>
              </a:spcAft>
              <a:buClr>
                <a:srgbClr val="5E5E5E"/>
              </a:buClr>
              <a:buSzPts val="700"/>
              <a:buNone/>
              <a:defRPr/>
            </a:lvl8pPr>
            <a:lvl9pPr lvl="8" algn="l">
              <a:lnSpc>
                <a:spcPct val="80000"/>
              </a:lnSpc>
              <a:spcBef>
                <a:spcPts val="0"/>
              </a:spcBef>
              <a:spcAft>
                <a:spcPts val="0"/>
              </a:spcAft>
              <a:buClr>
                <a:srgbClr val="5E5E5E"/>
              </a:buClr>
              <a:buSzPts val="700"/>
              <a:buNone/>
              <a:defRPr/>
            </a:lvl9pPr>
          </a:lstStyle>
          <a:p/>
        </p:txBody>
      </p:sp>
      <p:sp>
        <p:nvSpPr>
          <p:cNvPr id="88" name="Google Shape;88;p20"/>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929292"/>
              </a:buClr>
              <a:buSzPts val="1500"/>
              <a:buFont typeface="Helvetica Neue"/>
              <a:buNone/>
              <a:defRPr b="1" sz="1500">
                <a:solidFill>
                  <a:srgbClr val="929292"/>
                </a:solidFill>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89" name="Google Shape;89;p20"/>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90" name="Google Shape;90;p20"/>
          <p:cNvSpPr txBox="1"/>
          <p:nvPr>
            <p:ph idx="12" type="sldNum"/>
          </p:nvPr>
        </p:nvSpPr>
        <p:spPr>
          <a:xfrm>
            <a:off x="4500562" y="4905375"/>
            <a:ext cx="138300" cy="1461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lvl1pPr>
            <a:lvl2pPr indent="0" lvl="1" marL="0" algn="ctr">
              <a:lnSpc>
                <a:spcPct val="100000"/>
              </a:lnSpc>
              <a:spcBef>
                <a:spcPts val="0"/>
              </a:spcBef>
              <a:spcAft>
                <a:spcPts val="0"/>
              </a:spcAft>
              <a:buClr>
                <a:srgbClr val="000000"/>
              </a:buClr>
              <a:buSzPts val="700"/>
              <a:buFont typeface="Helvetica Neue"/>
              <a:buNone/>
              <a:defRPr sz="700"/>
            </a:lvl2pPr>
            <a:lvl3pPr indent="0" lvl="2" marL="0" algn="ctr">
              <a:lnSpc>
                <a:spcPct val="100000"/>
              </a:lnSpc>
              <a:spcBef>
                <a:spcPts val="0"/>
              </a:spcBef>
              <a:spcAft>
                <a:spcPts val="0"/>
              </a:spcAft>
              <a:buClr>
                <a:srgbClr val="000000"/>
              </a:buClr>
              <a:buSzPts val="700"/>
              <a:buFont typeface="Helvetica Neue"/>
              <a:buNone/>
              <a:defRPr sz="700"/>
            </a:lvl3pPr>
            <a:lvl4pPr indent="0" lvl="3" marL="0" algn="ctr">
              <a:lnSpc>
                <a:spcPct val="100000"/>
              </a:lnSpc>
              <a:spcBef>
                <a:spcPts val="0"/>
              </a:spcBef>
              <a:spcAft>
                <a:spcPts val="0"/>
              </a:spcAft>
              <a:buClr>
                <a:srgbClr val="000000"/>
              </a:buClr>
              <a:buSzPts val="700"/>
              <a:buFont typeface="Helvetica Neue"/>
              <a:buNone/>
              <a:defRPr sz="700"/>
            </a:lvl4pPr>
            <a:lvl5pPr indent="0" lvl="4" marL="0" algn="ctr">
              <a:lnSpc>
                <a:spcPct val="100000"/>
              </a:lnSpc>
              <a:spcBef>
                <a:spcPts val="0"/>
              </a:spcBef>
              <a:spcAft>
                <a:spcPts val="0"/>
              </a:spcAft>
              <a:buClr>
                <a:srgbClr val="000000"/>
              </a:buClr>
              <a:buSzPts val="700"/>
              <a:buFont typeface="Helvetica Neue"/>
              <a:buNone/>
              <a:defRPr sz="700"/>
            </a:lvl5pPr>
            <a:lvl6pPr indent="0" lvl="5" marL="0" algn="ctr">
              <a:lnSpc>
                <a:spcPct val="100000"/>
              </a:lnSpc>
              <a:spcBef>
                <a:spcPts val="0"/>
              </a:spcBef>
              <a:spcAft>
                <a:spcPts val="0"/>
              </a:spcAft>
              <a:buClr>
                <a:srgbClr val="000000"/>
              </a:buClr>
              <a:buSzPts val="700"/>
              <a:buFont typeface="Helvetica Neue"/>
              <a:buNone/>
              <a:defRPr sz="700"/>
            </a:lvl6pPr>
            <a:lvl7pPr indent="0" lvl="6" marL="0" algn="ctr">
              <a:lnSpc>
                <a:spcPct val="100000"/>
              </a:lnSpc>
              <a:spcBef>
                <a:spcPts val="0"/>
              </a:spcBef>
              <a:spcAft>
                <a:spcPts val="0"/>
              </a:spcAft>
              <a:buClr>
                <a:srgbClr val="000000"/>
              </a:buClr>
              <a:buSzPts val="700"/>
              <a:buFont typeface="Helvetica Neue"/>
              <a:buNone/>
              <a:defRPr sz="700"/>
            </a:lvl7pPr>
            <a:lvl8pPr indent="0" lvl="7" marL="0" algn="ctr">
              <a:lnSpc>
                <a:spcPct val="100000"/>
              </a:lnSpc>
              <a:spcBef>
                <a:spcPts val="0"/>
              </a:spcBef>
              <a:spcAft>
                <a:spcPts val="0"/>
              </a:spcAft>
              <a:buClr>
                <a:srgbClr val="000000"/>
              </a:buClr>
              <a:buSzPts val="700"/>
              <a:buFont typeface="Helvetica Neue"/>
              <a:buNone/>
              <a:defRPr sz="700"/>
            </a:lvl8pPr>
            <a:lvl9pPr indent="0" lvl="8" marL="0" algn="ctr">
              <a:lnSpc>
                <a:spcPct val="100000"/>
              </a:lnSpc>
              <a:spcBef>
                <a:spcPts val="0"/>
              </a:spcBef>
              <a:spcAft>
                <a:spcPts val="0"/>
              </a:spcAft>
              <a:buClr>
                <a:srgbClr val="000000"/>
              </a:buClr>
              <a:buSzPts val="700"/>
              <a:buFont typeface="Helvetica Neue"/>
              <a:buNone/>
              <a:defRPr sz="700"/>
            </a:lvl9pPr>
          </a:lstStyle>
          <a:p>
            <a:pPr indent="0" lvl="0" marL="0" rtl="0" algn="ctr">
              <a:spcBef>
                <a:spcPts val="0"/>
              </a:spcBef>
              <a:spcAft>
                <a:spcPts val="0"/>
              </a:spcAft>
              <a:buNone/>
            </a:pPr>
            <a:fld id="{00000000-1234-1234-1234-123412341234}" type="slidenum">
              <a:rPr lang="es"/>
              <a:t>‹#›</a:t>
            </a:fld>
            <a:endParaRPr sz="10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6">
  <p:cSld name="Title &amp; Bullets 6">
    <p:spTree>
      <p:nvGrpSpPr>
        <p:cNvPr id="91" name="Shape 91"/>
        <p:cNvGrpSpPr/>
        <p:nvPr/>
      </p:nvGrpSpPr>
      <p:grpSpPr>
        <a:xfrm>
          <a:off x="0" y="0"/>
          <a:ext cx="0" cy="0"/>
          <a:chOff x="0" y="0"/>
          <a:chExt cx="0" cy="0"/>
        </a:xfrm>
      </p:grpSpPr>
      <p:sp>
        <p:nvSpPr>
          <p:cNvPr id="92" name="Google Shape;92;p21"/>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5E5E5E"/>
              </a:buClr>
              <a:buSzPts val="700"/>
              <a:buNone/>
              <a:defRPr/>
            </a:lvl1pPr>
            <a:lvl2pPr lvl="1" algn="l">
              <a:lnSpc>
                <a:spcPct val="80000"/>
              </a:lnSpc>
              <a:spcBef>
                <a:spcPts val="0"/>
              </a:spcBef>
              <a:spcAft>
                <a:spcPts val="0"/>
              </a:spcAft>
              <a:buClr>
                <a:srgbClr val="5E5E5E"/>
              </a:buClr>
              <a:buSzPts val="700"/>
              <a:buNone/>
              <a:defRPr/>
            </a:lvl2pPr>
            <a:lvl3pPr lvl="2" algn="l">
              <a:lnSpc>
                <a:spcPct val="80000"/>
              </a:lnSpc>
              <a:spcBef>
                <a:spcPts val="0"/>
              </a:spcBef>
              <a:spcAft>
                <a:spcPts val="0"/>
              </a:spcAft>
              <a:buClr>
                <a:srgbClr val="5E5E5E"/>
              </a:buClr>
              <a:buSzPts val="700"/>
              <a:buNone/>
              <a:defRPr/>
            </a:lvl3pPr>
            <a:lvl4pPr lvl="3" algn="l">
              <a:lnSpc>
                <a:spcPct val="80000"/>
              </a:lnSpc>
              <a:spcBef>
                <a:spcPts val="0"/>
              </a:spcBef>
              <a:spcAft>
                <a:spcPts val="0"/>
              </a:spcAft>
              <a:buClr>
                <a:srgbClr val="5E5E5E"/>
              </a:buClr>
              <a:buSzPts val="700"/>
              <a:buNone/>
              <a:defRPr/>
            </a:lvl4pPr>
            <a:lvl5pPr lvl="4" algn="l">
              <a:lnSpc>
                <a:spcPct val="80000"/>
              </a:lnSpc>
              <a:spcBef>
                <a:spcPts val="0"/>
              </a:spcBef>
              <a:spcAft>
                <a:spcPts val="0"/>
              </a:spcAft>
              <a:buClr>
                <a:srgbClr val="5E5E5E"/>
              </a:buClr>
              <a:buSzPts val="700"/>
              <a:buNone/>
              <a:defRPr/>
            </a:lvl5pPr>
            <a:lvl6pPr lvl="5" algn="l">
              <a:lnSpc>
                <a:spcPct val="80000"/>
              </a:lnSpc>
              <a:spcBef>
                <a:spcPts val="0"/>
              </a:spcBef>
              <a:spcAft>
                <a:spcPts val="0"/>
              </a:spcAft>
              <a:buClr>
                <a:srgbClr val="5E5E5E"/>
              </a:buClr>
              <a:buSzPts val="700"/>
              <a:buNone/>
              <a:defRPr/>
            </a:lvl6pPr>
            <a:lvl7pPr lvl="6" algn="l">
              <a:lnSpc>
                <a:spcPct val="80000"/>
              </a:lnSpc>
              <a:spcBef>
                <a:spcPts val="0"/>
              </a:spcBef>
              <a:spcAft>
                <a:spcPts val="0"/>
              </a:spcAft>
              <a:buClr>
                <a:srgbClr val="5E5E5E"/>
              </a:buClr>
              <a:buSzPts val="700"/>
              <a:buNone/>
              <a:defRPr/>
            </a:lvl7pPr>
            <a:lvl8pPr lvl="7" algn="l">
              <a:lnSpc>
                <a:spcPct val="80000"/>
              </a:lnSpc>
              <a:spcBef>
                <a:spcPts val="0"/>
              </a:spcBef>
              <a:spcAft>
                <a:spcPts val="0"/>
              </a:spcAft>
              <a:buClr>
                <a:srgbClr val="5E5E5E"/>
              </a:buClr>
              <a:buSzPts val="700"/>
              <a:buNone/>
              <a:defRPr/>
            </a:lvl8pPr>
            <a:lvl9pPr lvl="8" algn="l">
              <a:lnSpc>
                <a:spcPct val="80000"/>
              </a:lnSpc>
              <a:spcBef>
                <a:spcPts val="0"/>
              </a:spcBef>
              <a:spcAft>
                <a:spcPts val="0"/>
              </a:spcAft>
              <a:buClr>
                <a:srgbClr val="5E5E5E"/>
              </a:buClr>
              <a:buSzPts val="700"/>
              <a:buNone/>
              <a:defRPr/>
            </a:lvl9pPr>
          </a:lstStyle>
          <a:p/>
        </p:txBody>
      </p:sp>
      <p:sp>
        <p:nvSpPr>
          <p:cNvPr id="93" name="Google Shape;93;p21"/>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5E5E5E"/>
              </a:buClr>
              <a:buSzPts val="1600"/>
              <a:buFont typeface="Helvetica Neue"/>
              <a:buNone/>
              <a:defRPr b="1" sz="1600">
                <a:solidFill>
                  <a:srgbClr val="5E5E5E"/>
                </a:solidFill>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94" name="Google Shape;94;p21"/>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95" name="Google Shape;95;p21"/>
          <p:cNvSpPr txBox="1"/>
          <p:nvPr>
            <p:ph idx="12" type="sldNum"/>
          </p:nvPr>
        </p:nvSpPr>
        <p:spPr>
          <a:xfrm>
            <a:off x="4500562" y="4905375"/>
            <a:ext cx="138300" cy="1461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lvl1pPr>
            <a:lvl2pPr indent="0" lvl="1" marL="0" algn="ctr">
              <a:lnSpc>
                <a:spcPct val="100000"/>
              </a:lnSpc>
              <a:spcBef>
                <a:spcPts val="0"/>
              </a:spcBef>
              <a:spcAft>
                <a:spcPts val="0"/>
              </a:spcAft>
              <a:buClr>
                <a:srgbClr val="000000"/>
              </a:buClr>
              <a:buSzPts val="700"/>
              <a:buFont typeface="Helvetica Neue"/>
              <a:buNone/>
              <a:defRPr sz="700"/>
            </a:lvl2pPr>
            <a:lvl3pPr indent="0" lvl="2" marL="0" algn="ctr">
              <a:lnSpc>
                <a:spcPct val="100000"/>
              </a:lnSpc>
              <a:spcBef>
                <a:spcPts val="0"/>
              </a:spcBef>
              <a:spcAft>
                <a:spcPts val="0"/>
              </a:spcAft>
              <a:buClr>
                <a:srgbClr val="000000"/>
              </a:buClr>
              <a:buSzPts val="700"/>
              <a:buFont typeface="Helvetica Neue"/>
              <a:buNone/>
              <a:defRPr sz="700"/>
            </a:lvl3pPr>
            <a:lvl4pPr indent="0" lvl="3" marL="0" algn="ctr">
              <a:lnSpc>
                <a:spcPct val="100000"/>
              </a:lnSpc>
              <a:spcBef>
                <a:spcPts val="0"/>
              </a:spcBef>
              <a:spcAft>
                <a:spcPts val="0"/>
              </a:spcAft>
              <a:buClr>
                <a:srgbClr val="000000"/>
              </a:buClr>
              <a:buSzPts val="700"/>
              <a:buFont typeface="Helvetica Neue"/>
              <a:buNone/>
              <a:defRPr sz="700"/>
            </a:lvl4pPr>
            <a:lvl5pPr indent="0" lvl="4" marL="0" algn="ctr">
              <a:lnSpc>
                <a:spcPct val="100000"/>
              </a:lnSpc>
              <a:spcBef>
                <a:spcPts val="0"/>
              </a:spcBef>
              <a:spcAft>
                <a:spcPts val="0"/>
              </a:spcAft>
              <a:buClr>
                <a:srgbClr val="000000"/>
              </a:buClr>
              <a:buSzPts val="700"/>
              <a:buFont typeface="Helvetica Neue"/>
              <a:buNone/>
              <a:defRPr sz="700"/>
            </a:lvl5pPr>
            <a:lvl6pPr indent="0" lvl="5" marL="0" algn="ctr">
              <a:lnSpc>
                <a:spcPct val="100000"/>
              </a:lnSpc>
              <a:spcBef>
                <a:spcPts val="0"/>
              </a:spcBef>
              <a:spcAft>
                <a:spcPts val="0"/>
              </a:spcAft>
              <a:buClr>
                <a:srgbClr val="000000"/>
              </a:buClr>
              <a:buSzPts val="700"/>
              <a:buFont typeface="Helvetica Neue"/>
              <a:buNone/>
              <a:defRPr sz="700"/>
            </a:lvl6pPr>
            <a:lvl7pPr indent="0" lvl="6" marL="0" algn="ctr">
              <a:lnSpc>
                <a:spcPct val="100000"/>
              </a:lnSpc>
              <a:spcBef>
                <a:spcPts val="0"/>
              </a:spcBef>
              <a:spcAft>
                <a:spcPts val="0"/>
              </a:spcAft>
              <a:buClr>
                <a:srgbClr val="000000"/>
              </a:buClr>
              <a:buSzPts val="700"/>
              <a:buFont typeface="Helvetica Neue"/>
              <a:buNone/>
              <a:defRPr sz="700"/>
            </a:lvl7pPr>
            <a:lvl8pPr indent="0" lvl="7" marL="0" algn="ctr">
              <a:lnSpc>
                <a:spcPct val="100000"/>
              </a:lnSpc>
              <a:spcBef>
                <a:spcPts val="0"/>
              </a:spcBef>
              <a:spcAft>
                <a:spcPts val="0"/>
              </a:spcAft>
              <a:buClr>
                <a:srgbClr val="000000"/>
              </a:buClr>
              <a:buSzPts val="700"/>
              <a:buFont typeface="Helvetica Neue"/>
              <a:buNone/>
              <a:defRPr sz="700"/>
            </a:lvl8pPr>
            <a:lvl9pPr indent="0" lvl="8" marL="0" algn="ctr">
              <a:lnSpc>
                <a:spcPct val="100000"/>
              </a:lnSpc>
              <a:spcBef>
                <a:spcPts val="0"/>
              </a:spcBef>
              <a:spcAft>
                <a:spcPts val="0"/>
              </a:spcAft>
              <a:buClr>
                <a:srgbClr val="000000"/>
              </a:buClr>
              <a:buSzPts val="700"/>
              <a:buFont typeface="Helvetica Neue"/>
              <a:buNone/>
              <a:defRPr sz="700"/>
            </a:lvl9pPr>
          </a:lstStyle>
          <a:p>
            <a:pPr indent="0" lvl="0" marL="0" rtl="0" algn="ctr">
              <a:spcBef>
                <a:spcPts val="0"/>
              </a:spcBef>
              <a:spcAft>
                <a:spcPts val="0"/>
              </a:spcAft>
              <a:buNone/>
            </a:pPr>
            <a:fld id="{00000000-1234-1234-1234-123412341234}" type="slidenum">
              <a:rPr lang="es"/>
              <a:t>‹#›</a:t>
            </a:fld>
            <a:endParaRPr sz="10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7">
  <p:cSld name="Title &amp; Bullets 7">
    <p:spTree>
      <p:nvGrpSpPr>
        <p:cNvPr id="96" name="Shape 96"/>
        <p:cNvGrpSpPr/>
        <p:nvPr/>
      </p:nvGrpSpPr>
      <p:grpSpPr>
        <a:xfrm>
          <a:off x="0" y="0"/>
          <a:ext cx="0" cy="0"/>
          <a:chOff x="0" y="0"/>
          <a:chExt cx="0" cy="0"/>
        </a:xfrm>
      </p:grpSpPr>
      <p:sp>
        <p:nvSpPr>
          <p:cNvPr id="97" name="Google Shape;97;p22"/>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5E5E5E"/>
              </a:buClr>
              <a:buSzPts val="700"/>
              <a:buNone/>
              <a:defRPr/>
            </a:lvl1pPr>
            <a:lvl2pPr lvl="1" algn="l">
              <a:lnSpc>
                <a:spcPct val="80000"/>
              </a:lnSpc>
              <a:spcBef>
                <a:spcPts val="0"/>
              </a:spcBef>
              <a:spcAft>
                <a:spcPts val="0"/>
              </a:spcAft>
              <a:buClr>
                <a:srgbClr val="5E5E5E"/>
              </a:buClr>
              <a:buSzPts val="700"/>
              <a:buNone/>
              <a:defRPr/>
            </a:lvl2pPr>
            <a:lvl3pPr lvl="2" algn="l">
              <a:lnSpc>
                <a:spcPct val="80000"/>
              </a:lnSpc>
              <a:spcBef>
                <a:spcPts val="0"/>
              </a:spcBef>
              <a:spcAft>
                <a:spcPts val="0"/>
              </a:spcAft>
              <a:buClr>
                <a:srgbClr val="5E5E5E"/>
              </a:buClr>
              <a:buSzPts val="700"/>
              <a:buNone/>
              <a:defRPr/>
            </a:lvl3pPr>
            <a:lvl4pPr lvl="3" algn="l">
              <a:lnSpc>
                <a:spcPct val="80000"/>
              </a:lnSpc>
              <a:spcBef>
                <a:spcPts val="0"/>
              </a:spcBef>
              <a:spcAft>
                <a:spcPts val="0"/>
              </a:spcAft>
              <a:buClr>
                <a:srgbClr val="5E5E5E"/>
              </a:buClr>
              <a:buSzPts val="700"/>
              <a:buNone/>
              <a:defRPr/>
            </a:lvl4pPr>
            <a:lvl5pPr lvl="4" algn="l">
              <a:lnSpc>
                <a:spcPct val="80000"/>
              </a:lnSpc>
              <a:spcBef>
                <a:spcPts val="0"/>
              </a:spcBef>
              <a:spcAft>
                <a:spcPts val="0"/>
              </a:spcAft>
              <a:buClr>
                <a:srgbClr val="5E5E5E"/>
              </a:buClr>
              <a:buSzPts val="700"/>
              <a:buNone/>
              <a:defRPr/>
            </a:lvl5pPr>
            <a:lvl6pPr lvl="5" algn="l">
              <a:lnSpc>
                <a:spcPct val="80000"/>
              </a:lnSpc>
              <a:spcBef>
                <a:spcPts val="0"/>
              </a:spcBef>
              <a:spcAft>
                <a:spcPts val="0"/>
              </a:spcAft>
              <a:buClr>
                <a:srgbClr val="5E5E5E"/>
              </a:buClr>
              <a:buSzPts val="700"/>
              <a:buNone/>
              <a:defRPr/>
            </a:lvl6pPr>
            <a:lvl7pPr lvl="6" algn="l">
              <a:lnSpc>
                <a:spcPct val="80000"/>
              </a:lnSpc>
              <a:spcBef>
                <a:spcPts val="0"/>
              </a:spcBef>
              <a:spcAft>
                <a:spcPts val="0"/>
              </a:spcAft>
              <a:buClr>
                <a:srgbClr val="5E5E5E"/>
              </a:buClr>
              <a:buSzPts val="700"/>
              <a:buNone/>
              <a:defRPr/>
            </a:lvl7pPr>
            <a:lvl8pPr lvl="7" algn="l">
              <a:lnSpc>
                <a:spcPct val="80000"/>
              </a:lnSpc>
              <a:spcBef>
                <a:spcPts val="0"/>
              </a:spcBef>
              <a:spcAft>
                <a:spcPts val="0"/>
              </a:spcAft>
              <a:buClr>
                <a:srgbClr val="5E5E5E"/>
              </a:buClr>
              <a:buSzPts val="700"/>
              <a:buNone/>
              <a:defRPr/>
            </a:lvl8pPr>
            <a:lvl9pPr lvl="8" algn="l">
              <a:lnSpc>
                <a:spcPct val="80000"/>
              </a:lnSpc>
              <a:spcBef>
                <a:spcPts val="0"/>
              </a:spcBef>
              <a:spcAft>
                <a:spcPts val="0"/>
              </a:spcAft>
              <a:buClr>
                <a:srgbClr val="5E5E5E"/>
              </a:buClr>
              <a:buSzPts val="700"/>
              <a:buNone/>
              <a:defRPr/>
            </a:lvl9pPr>
          </a:lstStyle>
          <a:p/>
        </p:txBody>
      </p:sp>
      <p:sp>
        <p:nvSpPr>
          <p:cNvPr id="98" name="Google Shape;98;p22"/>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lvl1pPr indent="-228600" lvl="0" marL="457200" algn="l">
              <a:lnSpc>
                <a:spcPct val="100000"/>
              </a:lnSpc>
              <a:spcBef>
                <a:spcPts val="0"/>
              </a:spcBef>
              <a:spcAft>
                <a:spcPts val="0"/>
              </a:spcAft>
              <a:buClr>
                <a:srgbClr val="929292"/>
              </a:buClr>
              <a:buSzPts val="1500"/>
              <a:buFont typeface="Helvetica Neue"/>
              <a:buNone/>
              <a:defRPr b="1" sz="1500">
                <a:solidFill>
                  <a:srgbClr val="929292"/>
                </a:solidFill>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99" name="Google Shape;99;p22"/>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100" name="Google Shape;100;p22"/>
          <p:cNvSpPr txBox="1"/>
          <p:nvPr>
            <p:ph idx="12" type="sldNum"/>
          </p:nvPr>
        </p:nvSpPr>
        <p:spPr>
          <a:xfrm>
            <a:off x="4500562" y="4905375"/>
            <a:ext cx="138300" cy="1461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000000"/>
              </a:buClr>
              <a:buSzPts val="700"/>
              <a:buFont typeface="Helvetica Neue"/>
              <a:buNone/>
              <a:defRPr sz="700"/>
            </a:lvl1pPr>
            <a:lvl2pPr indent="0" lvl="1" marL="0" algn="ctr">
              <a:lnSpc>
                <a:spcPct val="100000"/>
              </a:lnSpc>
              <a:spcBef>
                <a:spcPts val="0"/>
              </a:spcBef>
              <a:spcAft>
                <a:spcPts val="0"/>
              </a:spcAft>
              <a:buClr>
                <a:srgbClr val="000000"/>
              </a:buClr>
              <a:buSzPts val="700"/>
              <a:buFont typeface="Helvetica Neue"/>
              <a:buNone/>
              <a:defRPr sz="700"/>
            </a:lvl2pPr>
            <a:lvl3pPr indent="0" lvl="2" marL="0" algn="ctr">
              <a:lnSpc>
                <a:spcPct val="100000"/>
              </a:lnSpc>
              <a:spcBef>
                <a:spcPts val="0"/>
              </a:spcBef>
              <a:spcAft>
                <a:spcPts val="0"/>
              </a:spcAft>
              <a:buClr>
                <a:srgbClr val="000000"/>
              </a:buClr>
              <a:buSzPts val="700"/>
              <a:buFont typeface="Helvetica Neue"/>
              <a:buNone/>
              <a:defRPr sz="700"/>
            </a:lvl3pPr>
            <a:lvl4pPr indent="0" lvl="3" marL="0" algn="ctr">
              <a:lnSpc>
                <a:spcPct val="100000"/>
              </a:lnSpc>
              <a:spcBef>
                <a:spcPts val="0"/>
              </a:spcBef>
              <a:spcAft>
                <a:spcPts val="0"/>
              </a:spcAft>
              <a:buClr>
                <a:srgbClr val="000000"/>
              </a:buClr>
              <a:buSzPts val="700"/>
              <a:buFont typeface="Helvetica Neue"/>
              <a:buNone/>
              <a:defRPr sz="700"/>
            </a:lvl4pPr>
            <a:lvl5pPr indent="0" lvl="4" marL="0" algn="ctr">
              <a:lnSpc>
                <a:spcPct val="100000"/>
              </a:lnSpc>
              <a:spcBef>
                <a:spcPts val="0"/>
              </a:spcBef>
              <a:spcAft>
                <a:spcPts val="0"/>
              </a:spcAft>
              <a:buClr>
                <a:srgbClr val="000000"/>
              </a:buClr>
              <a:buSzPts val="700"/>
              <a:buFont typeface="Helvetica Neue"/>
              <a:buNone/>
              <a:defRPr sz="700"/>
            </a:lvl5pPr>
            <a:lvl6pPr indent="0" lvl="5" marL="0" algn="ctr">
              <a:lnSpc>
                <a:spcPct val="100000"/>
              </a:lnSpc>
              <a:spcBef>
                <a:spcPts val="0"/>
              </a:spcBef>
              <a:spcAft>
                <a:spcPts val="0"/>
              </a:spcAft>
              <a:buClr>
                <a:srgbClr val="000000"/>
              </a:buClr>
              <a:buSzPts val="700"/>
              <a:buFont typeface="Helvetica Neue"/>
              <a:buNone/>
              <a:defRPr sz="700"/>
            </a:lvl6pPr>
            <a:lvl7pPr indent="0" lvl="6" marL="0" algn="ctr">
              <a:lnSpc>
                <a:spcPct val="100000"/>
              </a:lnSpc>
              <a:spcBef>
                <a:spcPts val="0"/>
              </a:spcBef>
              <a:spcAft>
                <a:spcPts val="0"/>
              </a:spcAft>
              <a:buClr>
                <a:srgbClr val="000000"/>
              </a:buClr>
              <a:buSzPts val="700"/>
              <a:buFont typeface="Helvetica Neue"/>
              <a:buNone/>
              <a:defRPr sz="700"/>
            </a:lvl7pPr>
            <a:lvl8pPr indent="0" lvl="7" marL="0" algn="ctr">
              <a:lnSpc>
                <a:spcPct val="100000"/>
              </a:lnSpc>
              <a:spcBef>
                <a:spcPts val="0"/>
              </a:spcBef>
              <a:spcAft>
                <a:spcPts val="0"/>
              </a:spcAft>
              <a:buClr>
                <a:srgbClr val="000000"/>
              </a:buClr>
              <a:buSzPts val="700"/>
              <a:buFont typeface="Helvetica Neue"/>
              <a:buNone/>
              <a:defRPr sz="700"/>
            </a:lvl8pPr>
            <a:lvl9pPr indent="0" lvl="8" marL="0" algn="ctr">
              <a:lnSpc>
                <a:spcPct val="100000"/>
              </a:lnSpc>
              <a:spcBef>
                <a:spcPts val="0"/>
              </a:spcBef>
              <a:spcAft>
                <a:spcPts val="0"/>
              </a:spcAft>
              <a:buClr>
                <a:srgbClr val="000000"/>
              </a:buClr>
              <a:buSzPts val="700"/>
              <a:buFont typeface="Helvetica Neue"/>
              <a:buNone/>
              <a:defRPr sz="700"/>
            </a:lvl9pPr>
          </a:lstStyle>
          <a:p>
            <a:pPr indent="0" lvl="0" marL="0" rtl="0" algn="ctr">
              <a:spcBef>
                <a:spcPts val="0"/>
              </a:spcBef>
              <a:spcAft>
                <a:spcPts val="0"/>
              </a:spcAft>
              <a:buNone/>
            </a:pPr>
            <a:fld id="{00000000-1234-1234-1234-123412341234}" type="slidenum">
              <a:rPr lang="es"/>
              <a:t>‹#›</a:t>
            </a:fld>
            <a:endParaRPr sz="1000"/>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9.png"/><Relationship Id="rId8"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10.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hyperlink" Target="https://towardsdatascience.com/umap-for-data-integration-50b5cfa4cdcd" TargetMode="External"/><Relationship Id="rId4" Type="http://schemas.openxmlformats.org/officeDocument/2006/relationships/hyperlink" Target="http://snap.stanford.edu/deepnetbio-ismb/ipynb/Human+Disease+Network.html" TargetMode="External"/><Relationship Id="rId5" Type="http://schemas.openxmlformats.org/officeDocument/2006/relationships/hyperlink" Target="https://cytoscape.org/cytoscape-tutorials/presentations/ppi-tools1-2017-mpi.html#/" TargetMode="External"/><Relationship Id="rId6" Type="http://schemas.openxmlformats.org/officeDocument/2006/relationships/hyperlink" Target="https://en.wikipedia.org/wiki/Metabolic_network" TargetMode="External"/><Relationship Id="rId7" Type="http://schemas.openxmlformats.org/officeDocument/2006/relationships/hyperlink" Target="https://www.scienceandfood.org/the-flavor-network/" TargetMode="External"/><Relationship Id="rId8"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7.jp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17.jp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20.png"/><Relationship Id="rId12" Type="http://schemas.openxmlformats.org/officeDocument/2006/relationships/image" Target="../media/image29.png"/><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hyperlink" Target="https://string-db.org/" TargetMode="External"/><Relationship Id="rId9" Type="http://schemas.openxmlformats.org/officeDocument/2006/relationships/hyperlink" Target="https://mint.bio.uniroma2.it/" TargetMode="External"/><Relationship Id="rId5" Type="http://schemas.openxmlformats.org/officeDocument/2006/relationships/hyperlink" Target="https://thebiogrid.org/" TargetMode="External"/><Relationship Id="rId6" Type="http://schemas.openxmlformats.org/officeDocument/2006/relationships/hyperlink" Target="https://www.ebi.ac.uk/intact" TargetMode="External"/><Relationship Id="rId7" Type="http://schemas.openxmlformats.org/officeDocument/2006/relationships/hyperlink" Target="https://reactome.org/" TargetMode="External"/><Relationship Id="rId8" Type="http://schemas.openxmlformats.org/officeDocument/2006/relationships/hyperlink" Target="https://www.genome.jp/keg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hyperlink" Target="https://snap.stanford.edu/graphlearning-workshop/slides/stanford_graph_learning_Biomedicine.pdf" TargetMode="Externa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hyperlink" Target="https://snap.stanford.edu/graphlearning-workshop/slides/stanford_graph_learning_Biomedicine.pdf" TargetMode="External"/><Relationship Id="rId4" Type="http://schemas.openxmlformats.org/officeDocument/2006/relationships/image" Target="../media/image28.png"/><Relationship Id="rId5"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 Id="rId3" Type="http://schemas.openxmlformats.org/officeDocument/2006/relationships/hyperlink" Target="https://www.falkordb.com/" TargetMode="Externa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8.xml"/><Relationship Id="rId3" Type="http://schemas.openxmlformats.org/officeDocument/2006/relationships/hyperlink" Target="https://neo4j.com/developer/cypher/" TargetMode="Externa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3"/>
          <p:cNvSpPr txBox="1"/>
          <p:nvPr>
            <p:ph idx="1" type="body"/>
          </p:nvPr>
        </p:nvSpPr>
        <p:spPr>
          <a:xfrm>
            <a:off x="450503" y="4447448"/>
            <a:ext cx="8239200" cy="238800"/>
          </a:xfrm>
          <a:prstGeom prst="rect">
            <a:avLst/>
          </a:prstGeom>
          <a:noFill/>
          <a:ln>
            <a:noFill/>
          </a:ln>
        </p:spPr>
        <p:txBody>
          <a:bodyPr anchorCtr="0" anchor="t" bIns="17150" lIns="17150" spcFirstLastPara="1" rIns="17150" wrap="square" tIns="17150">
            <a:normAutofit lnSpcReduction="10000"/>
          </a:bodyPr>
          <a:lstStyle/>
          <a:p>
            <a:pPr indent="0" lvl="0" marL="0" rtl="0" algn="l">
              <a:lnSpc>
                <a:spcPct val="100000"/>
              </a:lnSpc>
              <a:spcBef>
                <a:spcPts val="0"/>
              </a:spcBef>
              <a:spcAft>
                <a:spcPts val="0"/>
              </a:spcAft>
              <a:buClr>
                <a:srgbClr val="000000"/>
              </a:buClr>
              <a:buSzPts val="1400"/>
              <a:buFont typeface="Helvetica Neue"/>
              <a:buNone/>
            </a:pPr>
            <a:r>
              <a:rPr b="1" lang="es" sz="1400"/>
              <a:t>Alberto Santos &amp; Yesid Cuesta-Astroz</a:t>
            </a:r>
            <a:endParaRPr/>
          </a:p>
        </p:txBody>
      </p:sp>
      <p:sp>
        <p:nvSpPr>
          <p:cNvPr id="106" name="Google Shape;106;p23"/>
          <p:cNvSpPr txBox="1"/>
          <p:nvPr>
            <p:ph idx="4294967295" type="ctrTitle"/>
          </p:nvPr>
        </p:nvSpPr>
        <p:spPr>
          <a:xfrm>
            <a:off x="452436" y="965622"/>
            <a:ext cx="8239200" cy="1743000"/>
          </a:xfrm>
          <a:prstGeom prst="rect">
            <a:avLst/>
          </a:prstGeom>
          <a:noFill/>
          <a:ln>
            <a:noFill/>
          </a:ln>
        </p:spPr>
        <p:txBody>
          <a:bodyPr anchorCtr="0" anchor="b" bIns="19050" lIns="19050" spcFirstLastPara="1" rIns="19050" wrap="square" tIns="19050">
            <a:normAutofit/>
          </a:bodyPr>
          <a:lstStyle/>
          <a:p>
            <a:pPr indent="0" lvl="0" marL="0" marR="0" rtl="0" algn="l">
              <a:lnSpc>
                <a:spcPct val="80000"/>
              </a:lnSpc>
              <a:spcBef>
                <a:spcPts val="0"/>
              </a:spcBef>
              <a:spcAft>
                <a:spcPts val="0"/>
              </a:spcAft>
              <a:buClr>
                <a:srgbClr val="000000"/>
              </a:buClr>
              <a:buSzPts val="4400"/>
              <a:buFont typeface="Helvetica Neue"/>
              <a:buNone/>
            </a:pPr>
            <a:r>
              <a:rPr b="1" i="0" lang="es" sz="4400" u="none" cap="none" strike="noStrike">
                <a:solidFill>
                  <a:srgbClr val="000000"/>
                </a:solidFill>
                <a:latin typeface="Helvetica Neue"/>
                <a:ea typeface="Helvetica Neue"/>
                <a:cs typeface="Helvetica Neue"/>
                <a:sym typeface="Helvetica Neue"/>
              </a:rPr>
              <a:t>Network Biology</a:t>
            </a:r>
            <a:endParaRPr/>
          </a:p>
        </p:txBody>
      </p:sp>
      <p:pic>
        <p:nvPicPr>
          <p:cNvPr descr="pasted-movie.png" id="107" name="Google Shape;107;p23"/>
          <p:cNvPicPr preferRelativeResize="0"/>
          <p:nvPr/>
        </p:nvPicPr>
        <p:blipFill rotWithShape="1">
          <a:blip r:embed="rId3">
            <a:alphaModFix/>
          </a:blip>
          <a:srcRect b="0" l="0" r="0" t="0"/>
          <a:stretch/>
        </p:blipFill>
        <p:spPr>
          <a:xfrm>
            <a:off x="4869700" y="3604050"/>
            <a:ext cx="1085975" cy="1344050"/>
          </a:xfrm>
          <a:prstGeom prst="rect">
            <a:avLst/>
          </a:prstGeom>
          <a:noFill/>
          <a:ln>
            <a:noFill/>
          </a:ln>
        </p:spPr>
      </p:pic>
      <p:pic>
        <p:nvPicPr>
          <p:cNvPr id="108" name="Google Shape;108;p23"/>
          <p:cNvPicPr preferRelativeResize="0"/>
          <p:nvPr/>
        </p:nvPicPr>
        <p:blipFill>
          <a:blip r:embed="rId4">
            <a:alphaModFix/>
          </a:blip>
          <a:stretch>
            <a:fillRect/>
          </a:stretch>
        </p:blipFill>
        <p:spPr>
          <a:xfrm>
            <a:off x="5967840" y="4691876"/>
            <a:ext cx="3078375" cy="433142"/>
          </a:xfrm>
          <a:prstGeom prst="rect">
            <a:avLst/>
          </a:prstGeom>
          <a:noFill/>
          <a:ln>
            <a:noFill/>
          </a:ln>
        </p:spPr>
      </p:pic>
      <p:pic>
        <p:nvPicPr>
          <p:cNvPr id="109" name="Google Shape;109;p23"/>
          <p:cNvPicPr preferRelativeResize="0"/>
          <p:nvPr/>
        </p:nvPicPr>
        <p:blipFill rotWithShape="1">
          <a:blip r:embed="rId5">
            <a:alphaModFix/>
          </a:blip>
          <a:srcRect b="0" l="0" r="66067" t="0"/>
          <a:stretch/>
        </p:blipFill>
        <p:spPr>
          <a:xfrm>
            <a:off x="6065625" y="3660650"/>
            <a:ext cx="635026" cy="9683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4"/>
          <p:cNvSpPr txBox="1"/>
          <p:nvPr>
            <p:ph type="title"/>
          </p:nvPr>
        </p:nvSpPr>
        <p:spPr>
          <a:xfrm>
            <a:off x="452438" y="404813"/>
            <a:ext cx="8239200" cy="537300"/>
          </a:xfrm>
          <a:prstGeom prst="rect">
            <a:avLst/>
          </a:prstGeom>
        </p:spPr>
        <p:txBody>
          <a:bodyPr anchorCtr="0" anchor="t" bIns="19050" lIns="19050" spcFirstLastPara="1" rIns="19050" wrap="square" tIns="19050">
            <a:normAutofit/>
          </a:bodyPr>
          <a:lstStyle/>
          <a:p>
            <a:pPr indent="0" lvl="0" marL="0" rtl="0" algn="l">
              <a:spcBef>
                <a:spcPts val="0"/>
              </a:spcBef>
              <a:spcAft>
                <a:spcPts val="0"/>
              </a:spcAft>
              <a:buNone/>
            </a:pPr>
            <a:r>
              <a:rPr lang="es"/>
              <a:t>Biology as a System</a:t>
            </a:r>
            <a:endParaRPr/>
          </a:p>
        </p:txBody>
      </p:sp>
      <p:sp>
        <p:nvSpPr>
          <p:cNvPr id="115" name="Google Shape;115;p24"/>
          <p:cNvSpPr txBox="1"/>
          <p:nvPr>
            <p:ph idx="2" type="body"/>
          </p:nvPr>
        </p:nvSpPr>
        <p:spPr>
          <a:xfrm>
            <a:off x="674913" y="1112664"/>
            <a:ext cx="8239200" cy="3096000"/>
          </a:xfrm>
          <a:prstGeom prst="rect">
            <a:avLst/>
          </a:prstGeom>
        </p:spPr>
        <p:txBody>
          <a:bodyPr anchorCtr="0" anchor="t" bIns="19050" lIns="19050" spcFirstLastPara="1" rIns="19050" wrap="square" tIns="19050">
            <a:normAutofit/>
          </a:bodyPr>
          <a:lstStyle/>
          <a:p>
            <a:pPr indent="0" lvl="0" marL="0" rtl="0" algn="l">
              <a:spcBef>
                <a:spcPts val="1700"/>
              </a:spcBef>
              <a:spcAft>
                <a:spcPts val="0"/>
              </a:spcAft>
              <a:buNone/>
            </a:pPr>
            <a:r>
              <a:rPr lang="es"/>
              <a:t>Understanding biology holistically and integratively — structures, functions, and interactions.</a:t>
            </a:r>
            <a:endParaRPr/>
          </a:p>
          <a:p>
            <a:pPr indent="0" lvl="0" marL="0" rtl="0" algn="l">
              <a:spcBef>
                <a:spcPts val="1700"/>
              </a:spcBef>
              <a:spcAft>
                <a:spcPts val="0"/>
              </a:spcAft>
              <a:buNone/>
            </a:pPr>
            <a:r>
              <a:rPr lang="es"/>
              <a:t>Biological systems are complex systems difficult to model and predict their responses to perturbations or interventions.</a:t>
            </a:r>
            <a:endParaRPr/>
          </a:p>
        </p:txBody>
      </p:sp>
      <p:pic>
        <p:nvPicPr>
          <p:cNvPr id="116" name="Google Shape;116;p24"/>
          <p:cNvPicPr preferRelativeResize="0"/>
          <p:nvPr/>
        </p:nvPicPr>
        <p:blipFill>
          <a:blip r:embed="rId3">
            <a:alphaModFix/>
          </a:blip>
          <a:stretch>
            <a:fillRect/>
          </a:stretch>
        </p:blipFill>
        <p:spPr>
          <a:xfrm>
            <a:off x="2035350" y="2829824"/>
            <a:ext cx="5073300" cy="1530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5"/>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0" lang="es"/>
              <a:t>Modelling Biological</a:t>
            </a:r>
            <a:r>
              <a:rPr b="1" i="0" lang="es" sz="3200" u="none" cap="none" strike="noStrike">
                <a:solidFill>
                  <a:srgbClr val="5E5E5E"/>
                </a:solidFill>
                <a:latin typeface="Helvetica Neue"/>
                <a:ea typeface="Helvetica Neue"/>
                <a:cs typeface="Helvetica Neue"/>
                <a:sym typeface="Helvetica Neue"/>
              </a:rPr>
              <a:t> Systems</a:t>
            </a:r>
            <a:endParaRPr/>
          </a:p>
        </p:txBody>
      </p:sp>
      <p:sp>
        <p:nvSpPr>
          <p:cNvPr id="122" name="Google Shape;122;p25"/>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p>
            <a:pPr indent="0" lvl="0" marL="0" rtl="0" algn="l">
              <a:lnSpc>
                <a:spcPct val="100000"/>
              </a:lnSpc>
              <a:spcBef>
                <a:spcPts val="0"/>
              </a:spcBef>
              <a:spcAft>
                <a:spcPts val="0"/>
              </a:spcAft>
              <a:buClr>
                <a:srgbClr val="929292"/>
              </a:buClr>
              <a:buSzPts val="1500"/>
              <a:buFont typeface="Helvetica Neue"/>
              <a:buNone/>
            </a:pPr>
            <a:r>
              <a:rPr b="1" lang="es" sz="1500">
                <a:solidFill>
                  <a:srgbClr val="929292"/>
                </a:solidFill>
              </a:rPr>
              <a:t>Not walking away from complexity</a:t>
            </a:r>
            <a:endParaRPr/>
          </a:p>
        </p:txBody>
      </p:sp>
      <p:sp>
        <p:nvSpPr>
          <p:cNvPr id="123" name="Google Shape;123;p25"/>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lnSpcReduction="10000"/>
          </a:bodyPr>
          <a:lstStyle/>
          <a:p>
            <a:pPr indent="-209550" lvl="0" marL="215900" rtl="0" algn="l">
              <a:lnSpc>
                <a:spcPct val="90000"/>
              </a:lnSpc>
              <a:spcBef>
                <a:spcPts val="0"/>
              </a:spcBef>
              <a:spcAft>
                <a:spcPts val="0"/>
              </a:spcAft>
              <a:buClr>
                <a:srgbClr val="000000"/>
              </a:buClr>
              <a:buSzPts val="2100"/>
              <a:buFont typeface="Helvetica Neue"/>
              <a:buChar char="●"/>
            </a:pPr>
            <a:r>
              <a:rPr b="1" lang="es"/>
              <a:t>Holistic understanding</a:t>
            </a:r>
            <a:r>
              <a:rPr lang="es" sz="1700"/>
              <a:t> — Studying biology as systems allows us to understand the </a:t>
            </a:r>
            <a:r>
              <a:rPr b="1" lang="es"/>
              <a:t>complex interactions</a:t>
            </a:r>
            <a:r>
              <a:rPr lang="es" sz="1700"/>
              <a:t> and </a:t>
            </a:r>
            <a:r>
              <a:rPr b="1" lang="es"/>
              <a:t>dependencies</a:t>
            </a:r>
            <a:r>
              <a:rPr lang="es" sz="1700"/>
              <a:t> among biological components, beyond isolated parts</a:t>
            </a:r>
            <a:endParaRPr/>
          </a:p>
          <a:p>
            <a:pPr indent="-209550" lvl="0" marL="215900" rtl="0" algn="l">
              <a:lnSpc>
                <a:spcPct val="90000"/>
              </a:lnSpc>
              <a:spcBef>
                <a:spcPts val="1600"/>
              </a:spcBef>
              <a:spcAft>
                <a:spcPts val="0"/>
              </a:spcAft>
              <a:buClr>
                <a:srgbClr val="000000"/>
              </a:buClr>
              <a:buSzPts val="2100"/>
              <a:buFont typeface="Helvetica Neue"/>
              <a:buChar char="●"/>
            </a:pPr>
            <a:r>
              <a:rPr b="1" lang="es"/>
              <a:t>Integrative approach</a:t>
            </a:r>
            <a:r>
              <a:rPr lang="es" sz="1700"/>
              <a:t> — Aggregating </a:t>
            </a:r>
            <a:r>
              <a:rPr b="1" lang="es"/>
              <a:t>data</a:t>
            </a:r>
            <a:r>
              <a:rPr lang="es" sz="1700"/>
              <a:t> from </a:t>
            </a:r>
            <a:r>
              <a:rPr b="1" lang="es"/>
              <a:t>multiple disciplines </a:t>
            </a:r>
            <a:r>
              <a:rPr lang="es" sz="1700"/>
              <a:t>and </a:t>
            </a:r>
            <a:r>
              <a:rPr b="1" lang="es"/>
              <a:t>technologies</a:t>
            </a:r>
            <a:r>
              <a:rPr lang="es" sz="1700"/>
              <a:t> helps to better understand life processes</a:t>
            </a:r>
            <a:endParaRPr/>
          </a:p>
          <a:p>
            <a:pPr indent="-209550" lvl="0" marL="215900" rtl="0" algn="l">
              <a:lnSpc>
                <a:spcPct val="90000"/>
              </a:lnSpc>
              <a:spcBef>
                <a:spcPts val="1600"/>
              </a:spcBef>
              <a:spcAft>
                <a:spcPts val="0"/>
              </a:spcAft>
              <a:buClr>
                <a:srgbClr val="000000"/>
              </a:buClr>
              <a:buSzPts val="2100"/>
              <a:buFont typeface="Helvetica Neue"/>
              <a:buChar char="●"/>
            </a:pPr>
            <a:r>
              <a:rPr b="1" lang="es"/>
              <a:t>Emergent properties analysis</a:t>
            </a:r>
            <a:r>
              <a:rPr lang="es" sz="1700"/>
              <a:t> — Many biological phenomena cannot be understood by studying components individually but </a:t>
            </a:r>
            <a:r>
              <a:rPr b="1" lang="es"/>
              <a:t>emerge from their interactions</a:t>
            </a:r>
            <a:endParaRPr b="1"/>
          </a:p>
          <a:p>
            <a:pPr indent="-209550" lvl="0" marL="215900" rtl="0" algn="l">
              <a:lnSpc>
                <a:spcPct val="90000"/>
              </a:lnSpc>
              <a:spcBef>
                <a:spcPts val="1600"/>
              </a:spcBef>
              <a:spcAft>
                <a:spcPts val="0"/>
              </a:spcAft>
              <a:buClr>
                <a:srgbClr val="000000"/>
              </a:buClr>
              <a:buSzPts val="2100"/>
              <a:buFont typeface="Helvetica Neue"/>
              <a:buChar char="●"/>
            </a:pPr>
            <a:r>
              <a:rPr b="1" lang="es"/>
              <a:t>Real-world applications</a:t>
            </a:r>
            <a:r>
              <a:rPr lang="es" sz="1700"/>
              <a:t> — A systems perspective aims to </a:t>
            </a:r>
            <a:r>
              <a:rPr b="1" lang="es"/>
              <a:t>model complex global challenges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6"/>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Network Biology</a:t>
            </a:r>
            <a:endParaRPr/>
          </a:p>
        </p:txBody>
      </p:sp>
      <p:sp>
        <p:nvSpPr>
          <p:cNvPr id="129" name="Google Shape;129;p26"/>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lnSpcReduction="10000"/>
          </a:bodyPr>
          <a:lstStyle/>
          <a:p>
            <a:pPr indent="-203200" lvl="0" marL="203200" rtl="0" algn="l">
              <a:lnSpc>
                <a:spcPct val="90000"/>
              </a:lnSpc>
              <a:spcBef>
                <a:spcPts val="0"/>
              </a:spcBef>
              <a:spcAft>
                <a:spcPts val="0"/>
              </a:spcAft>
              <a:buClr>
                <a:srgbClr val="000000"/>
              </a:buClr>
              <a:buSzPts val="2000"/>
              <a:buFont typeface="Helvetica Neue"/>
              <a:buChar char="●"/>
            </a:pPr>
            <a:r>
              <a:rPr lang="es" sz="1600"/>
              <a:t>Helps us to </a:t>
            </a:r>
            <a:r>
              <a:rPr b="1" lang="es"/>
              <a:t>visualise</a:t>
            </a:r>
            <a:r>
              <a:rPr lang="es" sz="1600"/>
              <a:t> and </a:t>
            </a:r>
            <a:r>
              <a:rPr b="1" lang="es"/>
              <a:t>analyse complex biological systems</a:t>
            </a:r>
            <a:r>
              <a:rPr lang="es" sz="1600"/>
              <a:t> as networks of interactions (e.g., protein-protein, gene regulatory, or metabolic pathways), aiding in understanding their structure and function</a:t>
            </a:r>
            <a:endParaRPr/>
          </a:p>
          <a:p>
            <a:pPr indent="-203200" lvl="0" marL="203200" rtl="0" algn="l">
              <a:lnSpc>
                <a:spcPct val="90000"/>
              </a:lnSpc>
              <a:spcBef>
                <a:spcPts val="1500"/>
              </a:spcBef>
              <a:spcAft>
                <a:spcPts val="0"/>
              </a:spcAft>
              <a:buClr>
                <a:srgbClr val="000000"/>
              </a:buClr>
              <a:buSzPts val="2000"/>
              <a:buFont typeface="Helvetica Neue"/>
              <a:buChar char="●"/>
            </a:pPr>
            <a:r>
              <a:rPr lang="es" sz="1600"/>
              <a:t>Networks model </a:t>
            </a:r>
            <a:r>
              <a:rPr b="1" lang="es"/>
              <a:t>diverse biological datasets</a:t>
            </a:r>
            <a:r>
              <a:rPr lang="es" sz="1600"/>
              <a:t> into interpretable frameworks, enabling researchers to uncover </a:t>
            </a:r>
            <a:r>
              <a:rPr b="1" lang="es"/>
              <a:t>patterns</a:t>
            </a:r>
            <a:r>
              <a:rPr lang="es" sz="1600"/>
              <a:t> that might be overlooked otherwise (e.g., multi-omics data — genomics, proteomics, etc.)</a:t>
            </a:r>
            <a:endParaRPr/>
          </a:p>
          <a:p>
            <a:pPr indent="-203200" lvl="0" marL="203200" rtl="0" algn="l">
              <a:lnSpc>
                <a:spcPct val="90000"/>
              </a:lnSpc>
              <a:spcBef>
                <a:spcPts val="1500"/>
              </a:spcBef>
              <a:spcAft>
                <a:spcPts val="0"/>
              </a:spcAft>
              <a:buClr>
                <a:srgbClr val="000000"/>
              </a:buClr>
              <a:buSzPts val="2000"/>
              <a:buFont typeface="Helvetica Neue"/>
              <a:buChar char="●"/>
            </a:pPr>
            <a:r>
              <a:rPr lang="es" sz="1600"/>
              <a:t>Researchers can use </a:t>
            </a:r>
            <a:r>
              <a:rPr b="1" lang="es"/>
              <a:t>network properties</a:t>
            </a:r>
            <a:r>
              <a:rPr lang="es" sz="1600"/>
              <a:t> to identify </a:t>
            </a:r>
            <a:r>
              <a:rPr b="1" lang="es"/>
              <a:t>critical nodes</a:t>
            </a:r>
            <a:r>
              <a:rPr lang="es" sz="1600"/>
              <a:t> or </a:t>
            </a:r>
            <a:r>
              <a:rPr b="1" lang="es"/>
              <a:t>pathways</a:t>
            </a:r>
            <a:r>
              <a:rPr lang="es" sz="1600"/>
              <a:t> disrupted in specific conditions like disease or define how biological systems maintain function, guiding strategies to enhance resilience or address fragility</a:t>
            </a:r>
            <a:endParaRPr/>
          </a:p>
          <a:p>
            <a:pPr indent="-203200" lvl="0" marL="203200" rtl="0" algn="l">
              <a:lnSpc>
                <a:spcPct val="90000"/>
              </a:lnSpc>
              <a:spcBef>
                <a:spcPts val="1500"/>
              </a:spcBef>
              <a:spcAft>
                <a:spcPts val="0"/>
              </a:spcAft>
              <a:buClr>
                <a:srgbClr val="000000"/>
              </a:buClr>
              <a:buSzPts val="2000"/>
              <a:buFont typeface="Helvetica Neue"/>
              <a:buChar char="●"/>
            </a:pPr>
            <a:r>
              <a:rPr b="1" lang="es"/>
              <a:t>Computational models </a:t>
            </a:r>
            <a:r>
              <a:rPr lang="es" sz="1600"/>
              <a:t>using network structures allow </a:t>
            </a:r>
            <a:r>
              <a:rPr b="1" lang="es"/>
              <a:t>prediction</a:t>
            </a:r>
            <a:r>
              <a:rPr lang="es" sz="1600"/>
              <a:t> of outcomes, reducing reliance on trial-and-error experiments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7"/>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What is a Graph/Network?</a:t>
            </a:r>
            <a:endParaRPr/>
          </a:p>
        </p:txBody>
      </p:sp>
      <p:sp>
        <p:nvSpPr>
          <p:cNvPr id="135" name="Google Shape;135;p27"/>
          <p:cNvSpPr txBox="1"/>
          <p:nvPr>
            <p:ph idx="2" type="body"/>
          </p:nvPr>
        </p:nvSpPr>
        <p:spPr>
          <a:xfrm>
            <a:off x="452438" y="1234836"/>
            <a:ext cx="8239200" cy="3454200"/>
          </a:xfrm>
          <a:prstGeom prst="rect">
            <a:avLst/>
          </a:prstGeom>
          <a:noFill/>
          <a:ln>
            <a:noFill/>
          </a:ln>
        </p:spPr>
        <p:txBody>
          <a:bodyPr anchorCtr="0" anchor="t" bIns="19050" lIns="19050" spcFirstLastPara="1" rIns="19050" wrap="square" tIns="19050">
            <a:normAutofit/>
          </a:bodyPr>
          <a:lstStyle/>
          <a:p>
            <a:pPr indent="-228600" lvl="0" marL="228600" rtl="0" algn="l">
              <a:lnSpc>
                <a:spcPct val="90000"/>
              </a:lnSpc>
              <a:spcBef>
                <a:spcPts val="0"/>
              </a:spcBef>
              <a:spcAft>
                <a:spcPts val="0"/>
              </a:spcAft>
              <a:buClr>
                <a:srgbClr val="000000"/>
              </a:buClr>
              <a:buSzPts val="2200"/>
              <a:buFont typeface="Helvetica Neue"/>
              <a:buChar char="●"/>
            </a:pPr>
            <a:r>
              <a:rPr b="0" i="0" lang="es" sz="1800" u="none" cap="none" strike="noStrike">
                <a:solidFill>
                  <a:srgbClr val="000000"/>
                </a:solidFill>
                <a:latin typeface="Helvetica Neue"/>
                <a:ea typeface="Helvetica Neue"/>
                <a:cs typeface="Helvetica Neue"/>
                <a:sym typeface="Helvetica Neue"/>
              </a:rPr>
              <a:t>Data structures of </a:t>
            </a:r>
            <a:r>
              <a:rPr b="1" lang="es"/>
              <a:t>components (nodes) </a:t>
            </a:r>
            <a:r>
              <a:rPr b="0" i="0" lang="es" sz="1800" u="none" cap="none" strike="noStrike">
                <a:solidFill>
                  <a:srgbClr val="000000"/>
                </a:solidFill>
                <a:latin typeface="Helvetica Neue"/>
                <a:ea typeface="Helvetica Neue"/>
                <a:cs typeface="Helvetica Neue"/>
                <a:sym typeface="Helvetica Neue"/>
              </a:rPr>
              <a:t>connected by </a:t>
            </a:r>
            <a:r>
              <a:rPr b="1" lang="es"/>
              <a:t>relationships (edges)</a:t>
            </a:r>
            <a:endParaRPr/>
          </a:p>
        </p:txBody>
      </p:sp>
      <p:grpSp>
        <p:nvGrpSpPr>
          <p:cNvPr id="136" name="Google Shape;136;p27"/>
          <p:cNvGrpSpPr/>
          <p:nvPr/>
        </p:nvGrpSpPr>
        <p:grpSpPr>
          <a:xfrm>
            <a:off x="1202638" y="1721458"/>
            <a:ext cx="6738791" cy="3058701"/>
            <a:chOff x="-1" y="-1"/>
            <a:chExt cx="17970109" cy="8156535"/>
          </a:xfrm>
        </p:grpSpPr>
        <p:grpSp>
          <p:nvGrpSpPr>
            <p:cNvPr id="137" name="Google Shape;137;p27"/>
            <p:cNvGrpSpPr/>
            <p:nvPr/>
          </p:nvGrpSpPr>
          <p:grpSpPr>
            <a:xfrm>
              <a:off x="-1" y="-1"/>
              <a:ext cx="17970109" cy="3981995"/>
              <a:chOff x="0" y="0"/>
              <a:chExt cx="17970109" cy="3981995"/>
            </a:xfrm>
          </p:grpSpPr>
          <p:pic>
            <p:nvPicPr>
              <p:cNvPr descr="pasted-movie.png" id="138" name="Google Shape;138;p27"/>
              <p:cNvPicPr preferRelativeResize="0"/>
              <p:nvPr/>
            </p:nvPicPr>
            <p:blipFill rotWithShape="1">
              <a:blip r:embed="rId3">
                <a:alphaModFix/>
              </a:blip>
              <a:srcRect b="8877" l="0" r="53319" t="2266"/>
              <a:stretch/>
            </p:blipFill>
            <p:spPr>
              <a:xfrm>
                <a:off x="4659146" y="43942"/>
                <a:ext cx="3786700" cy="3786700"/>
              </a:xfrm>
              <a:custGeom>
                <a:rect b="b" l="l" r="r" t="t"/>
                <a:pathLst>
                  <a:path extrusionOk="0" h="20595" w="20595">
                    <a:moveTo>
                      <a:pt x="10298" y="0"/>
                    </a:moveTo>
                    <a:cubicBezTo>
                      <a:pt x="7663" y="0"/>
                      <a:pt x="5026" y="1005"/>
                      <a:pt x="3015" y="3015"/>
                    </a:cubicBezTo>
                    <a:cubicBezTo>
                      <a:pt x="1005" y="5026"/>
                      <a:pt x="0" y="7663"/>
                      <a:pt x="0" y="10298"/>
                    </a:cubicBezTo>
                    <a:cubicBezTo>
                      <a:pt x="0" y="12933"/>
                      <a:pt x="1005" y="15568"/>
                      <a:pt x="3015" y="17579"/>
                    </a:cubicBezTo>
                    <a:cubicBezTo>
                      <a:pt x="7037" y="21600"/>
                      <a:pt x="13557" y="21600"/>
                      <a:pt x="17579" y="17579"/>
                    </a:cubicBezTo>
                    <a:cubicBezTo>
                      <a:pt x="21600" y="13557"/>
                      <a:pt x="21600" y="7037"/>
                      <a:pt x="17579" y="3015"/>
                    </a:cubicBezTo>
                    <a:cubicBezTo>
                      <a:pt x="15568" y="1005"/>
                      <a:pt x="12933" y="0"/>
                      <a:pt x="10298" y="0"/>
                    </a:cubicBezTo>
                    <a:close/>
                  </a:path>
                </a:pathLst>
              </a:custGeom>
              <a:noFill/>
              <a:ln>
                <a:noFill/>
              </a:ln>
            </p:spPr>
          </p:pic>
          <p:pic>
            <p:nvPicPr>
              <p:cNvPr descr="pasted-movie.png" id="139" name="Google Shape;139;p27"/>
              <p:cNvPicPr preferRelativeResize="0"/>
              <p:nvPr/>
            </p:nvPicPr>
            <p:blipFill rotWithShape="1">
              <a:blip r:embed="rId4">
                <a:alphaModFix/>
              </a:blip>
              <a:srcRect b="1877" l="0" r="49543" t="1877"/>
              <a:stretch/>
            </p:blipFill>
            <p:spPr>
              <a:xfrm>
                <a:off x="14173215" y="185101"/>
                <a:ext cx="3796894" cy="3796894"/>
              </a:xfrm>
              <a:custGeom>
                <a:rect b="b" l="l" r="r" t="t"/>
                <a:pathLst>
                  <a:path extrusionOk="0" h="20595" w="20595">
                    <a:moveTo>
                      <a:pt x="10296" y="0"/>
                    </a:moveTo>
                    <a:cubicBezTo>
                      <a:pt x="7661" y="0"/>
                      <a:pt x="5026" y="1005"/>
                      <a:pt x="3016" y="3016"/>
                    </a:cubicBezTo>
                    <a:cubicBezTo>
                      <a:pt x="1005" y="5026"/>
                      <a:pt x="0" y="7661"/>
                      <a:pt x="0" y="10296"/>
                    </a:cubicBezTo>
                    <a:cubicBezTo>
                      <a:pt x="0" y="12931"/>
                      <a:pt x="1005" y="15568"/>
                      <a:pt x="3016" y="17579"/>
                    </a:cubicBezTo>
                    <a:cubicBezTo>
                      <a:pt x="7037" y="21600"/>
                      <a:pt x="13558" y="21600"/>
                      <a:pt x="17579" y="17579"/>
                    </a:cubicBezTo>
                    <a:cubicBezTo>
                      <a:pt x="21600" y="13558"/>
                      <a:pt x="21600" y="7037"/>
                      <a:pt x="17579" y="3016"/>
                    </a:cubicBezTo>
                    <a:cubicBezTo>
                      <a:pt x="15568" y="1005"/>
                      <a:pt x="12931" y="0"/>
                      <a:pt x="10296" y="0"/>
                    </a:cubicBezTo>
                    <a:close/>
                  </a:path>
                </a:pathLst>
              </a:custGeom>
              <a:noFill/>
              <a:ln>
                <a:noFill/>
              </a:ln>
            </p:spPr>
          </p:pic>
          <p:pic>
            <p:nvPicPr>
              <p:cNvPr descr="pasted-movie.png" id="140" name="Google Shape;140;p27"/>
              <p:cNvPicPr preferRelativeResize="0"/>
              <p:nvPr/>
            </p:nvPicPr>
            <p:blipFill rotWithShape="1">
              <a:blip r:embed="rId5">
                <a:alphaModFix/>
              </a:blip>
              <a:srcRect b="1239" l="25595" r="25644" t="1239"/>
              <a:stretch/>
            </p:blipFill>
            <p:spPr>
              <a:xfrm>
                <a:off x="9417709" y="0"/>
                <a:ext cx="3788601" cy="3788605"/>
              </a:xfrm>
              <a:custGeom>
                <a:rect b="b" l="l" r="r" t="t"/>
                <a:pathLst>
                  <a:path extrusionOk="0" h="20595" w="19679">
                    <a:moveTo>
                      <a:pt x="9839" y="0"/>
                    </a:moveTo>
                    <a:cubicBezTo>
                      <a:pt x="7321" y="0"/>
                      <a:pt x="4803" y="1005"/>
                      <a:pt x="2882" y="3016"/>
                    </a:cubicBezTo>
                    <a:cubicBezTo>
                      <a:pt x="-961" y="7038"/>
                      <a:pt x="-961" y="13557"/>
                      <a:pt x="2882" y="17578"/>
                    </a:cubicBezTo>
                    <a:cubicBezTo>
                      <a:pt x="6724" y="21600"/>
                      <a:pt x="12954" y="21600"/>
                      <a:pt x="16796" y="17578"/>
                    </a:cubicBezTo>
                    <a:cubicBezTo>
                      <a:pt x="20639" y="13557"/>
                      <a:pt x="20639" y="7038"/>
                      <a:pt x="16796" y="3016"/>
                    </a:cubicBezTo>
                    <a:cubicBezTo>
                      <a:pt x="14875" y="1005"/>
                      <a:pt x="12357" y="0"/>
                      <a:pt x="9839" y="0"/>
                    </a:cubicBezTo>
                    <a:close/>
                  </a:path>
                </a:pathLst>
              </a:custGeom>
              <a:noFill/>
              <a:ln>
                <a:noFill/>
              </a:ln>
            </p:spPr>
          </p:pic>
          <p:sp>
            <p:nvSpPr>
              <p:cNvPr id="141" name="Google Shape;141;p27"/>
              <p:cNvSpPr txBox="1"/>
              <p:nvPr/>
            </p:nvSpPr>
            <p:spPr>
              <a:xfrm>
                <a:off x="0" y="1340937"/>
                <a:ext cx="4014300" cy="1432500"/>
              </a:xfrm>
              <a:prstGeom prst="rect">
                <a:avLst/>
              </a:prstGeom>
              <a:noFill/>
              <a:ln>
                <a:noFill/>
              </a:ln>
            </p:spPr>
            <p:txBody>
              <a:bodyPr anchorCtr="0" anchor="ctr" bIns="19050" lIns="19050" spcFirstLastPara="1" rIns="19050" wrap="square" tIns="19050">
                <a:spAutoFit/>
              </a:bodyPr>
              <a:lstStyle/>
              <a:p>
                <a:pPr indent="0" lvl="0" marL="0" marR="0" rtl="0" algn="ctr">
                  <a:lnSpc>
                    <a:spcPct val="90000"/>
                  </a:lnSpc>
                  <a:spcBef>
                    <a:spcPts val="0"/>
                  </a:spcBef>
                  <a:spcAft>
                    <a:spcPts val="0"/>
                  </a:spcAft>
                  <a:buClr>
                    <a:srgbClr val="000000"/>
                  </a:buClr>
                  <a:buSzPts val="1800"/>
                  <a:buFont typeface="Helvetica Neue"/>
                  <a:buNone/>
                </a:pPr>
                <a:r>
                  <a:rPr b="1" i="0" lang="es" sz="1800" u="none" cap="none" strike="noStrike">
                    <a:solidFill>
                      <a:srgbClr val="000000"/>
                    </a:solidFill>
                    <a:latin typeface="Helvetica Neue"/>
                    <a:ea typeface="Helvetica Neue"/>
                    <a:cs typeface="Helvetica Neue"/>
                    <a:sym typeface="Helvetica Neue"/>
                  </a:rPr>
                  <a:t>Social networks</a:t>
                </a:r>
                <a:endParaRPr sz="500"/>
              </a:p>
            </p:txBody>
          </p:sp>
        </p:grpSp>
        <p:grpSp>
          <p:nvGrpSpPr>
            <p:cNvPr id="142" name="Google Shape;142;p27"/>
            <p:cNvGrpSpPr/>
            <p:nvPr/>
          </p:nvGrpSpPr>
          <p:grpSpPr>
            <a:xfrm>
              <a:off x="-1" y="4372100"/>
              <a:ext cx="17945192" cy="3784434"/>
              <a:chOff x="0" y="0"/>
              <a:chExt cx="17945192" cy="3784434"/>
            </a:xfrm>
          </p:grpSpPr>
          <p:pic>
            <p:nvPicPr>
              <p:cNvPr descr="pasted-movie.png" id="143" name="Google Shape;143;p27"/>
              <p:cNvPicPr preferRelativeResize="0"/>
              <p:nvPr/>
            </p:nvPicPr>
            <p:blipFill rotWithShape="1">
              <a:blip r:embed="rId6">
                <a:alphaModFix/>
              </a:blip>
              <a:srcRect b="10572" l="0" r="269" t="2343"/>
              <a:stretch/>
            </p:blipFill>
            <p:spPr>
              <a:xfrm>
                <a:off x="4665261" y="0"/>
                <a:ext cx="3774462" cy="3784434"/>
              </a:xfrm>
              <a:custGeom>
                <a:rect b="b" l="l" r="r" t="t"/>
                <a:pathLst>
                  <a:path extrusionOk="0" h="20595" w="20592">
                    <a:moveTo>
                      <a:pt x="10270" y="0"/>
                    </a:moveTo>
                    <a:cubicBezTo>
                      <a:pt x="7627" y="0"/>
                      <a:pt x="4986" y="1006"/>
                      <a:pt x="2971" y="3017"/>
                    </a:cubicBezTo>
                    <a:cubicBezTo>
                      <a:pt x="1218" y="4765"/>
                      <a:pt x="229" y="6984"/>
                      <a:pt x="0" y="9265"/>
                    </a:cubicBezTo>
                    <a:lnTo>
                      <a:pt x="0" y="11330"/>
                    </a:lnTo>
                    <a:cubicBezTo>
                      <a:pt x="229" y="13612"/>
                      <a:pt x="1218" y="15831"/>
                      <a:pt x="2971" y="17578"/>
                    </a:cubicBezTo>
                    <a:cubicBezTo>
                      <a:pt x="7002" y="21600"/>
                      <a:pt x="13537" y="21600"/>
                      <a:pt x="17568" y="17578"/>
                    </a:cubicBezTo>
                    <a:cubicBezTo>
                      <a:pt x="21600" y="13557"/>
                      <a:pt x="21600" y="7039"/>
                      <a:pt x="17568" y="3017"/>
                    </a:cubicBezTo>
                    <a:cubicBezTo>
                      <a:pt x="15553" y="1006"/>
                      <a:pt x="12912" y="0"/>
                      <a:pt x="10270" y="0"/>
                    </a:cubicBezTo>
                    <a:close/>
                  </a:path>
                </a:pathLst>
              </a:custGeom>
              <a:noFill/>
              <a:ln>
                <a:noFill/>
              </a:ln>
            </p:spPr>
          </p:pic>
          <p:pic>
            <p:nvPicPr>
              <p:cNvPr descr="pasted-movie.png" id="144" name="Google Shape;144;p27"/>
              <p:cNvPicPr preferRelativeResize="0"/>
              <p:nvPr/>
            </p:nvPicPr>
            <p:blipFill rotWithShape="1">
              <a:blip r:embed="rId7">
                <a:alphaModFix/>
              </a:blip>
              <a:srcRect b="377" l="10413" r="10405" t="367"/>
              <a:stretch/>
            </p:blipFill>
            <p:spPr>
              <a:xfrm>
                <a:off x="9419907" y="0"/>
                <a:ext cx="3784223" cy="3784383"/>
              </a:xfrm>
              <a:custGeom>
                <a:rect b="b" l="l" r="r" t="t"/>
                <a:pathLst>
                  <a:path extrusionOk="0" h="20595" w="19679">
                    <a:moveTo>
                      <a:pt x="9839" y="0"/>
                    </a:moveTo>
                    <a:cubicBezTo>
                      <a:pt x="7321" y="0"/>
                      <a:pt x="4803" y="1006"/>
                      <a:pt x="2882" y="3017"/>
                    </a:cubicBezTo>
                    <a:cubicBezTo>
                      <a:pt x="-961" y="7039"/>
                      <a:pt x="-961" y="13557"/>
                      <a:pt x="2882" y="17578"/>
                    </a:cubicBezTo>
                    <a:cubicBezTo>
                      <a:pt x="6725" y="21600"/>
                      <a:pt x="12953" y="21600"/>
                      <a:pt x="16796" y="17578"/>
                    </a:cubicBezTo>
                    <a:cubicBezTo>
                      <a:pt x="20639" y="13557"/>
                      <a:pt x="20639" y="7039"/>
                      <a:pt x="16796" y="3017"/>
                    </a:cubicBezTo>
                    <a:cubicBezTo>
                      <a:pt x="14875" y="1006"/>
                      <a:pt x="12357" y="0"/>
                      <a:pt x="9839" y="0"/>
                    </a:cubicBezTo>
                    <a:close/>
                  </a:path>
                </a:pathLst>
              </a:custGeom>
              <a:noFill/>
              <a:ln>
                <a:noFill/>
              </a:ln>
            </p:spPr>
          </p:pic>
          <p:pic>
            <p:nvPicPr>
              <p:cNvPr descr="pasted-movie.png" id="145" name="Google Shape;145;p27"/>
              <p:cNvPicPr preferRelativeResize="0"/>
              <p:nvPr/>
            </p:nvPicPr>
            <p:blipFill rotWithShape="1">
              <a:blip r:embed="rId8">
                <a:alphaModFix/>
              </a:blip>
              <a:srcRect b="18076" l="0" r="41592" t="31630"/>
              <a:stretch/>
            </p:blipFill>
            <p:spPr>
              <a:xfrm>
                <a:off x="14198310" y="0"/>
                <a:ext cx="3746882" cy="3784383"/>
              </a:xfrm>
              <a:custGeom>
                <a:rect b="b" l="l" r="r" t="t"/>
                <a:pathLst>
                  <a:path extrusionOk="0" h="20595" w="20585">
                    <a:moveTo>
                      <a:pt x="10191" y="0"/>
                    </a:moveTo>
                    <a:cubicBezTo>
                      <a:pt x="7530" y="0"/>
                      <a:pt x="4871" y="1006"/>
                      <a:pt x="2841" y="3017"/>
                    </a:cubicBezTo>
                    <a:cubicBezTo>
                      <a:pt x="1335" y="4509"/>
                      <a:pt x="389" y="6343"/>
                      <a:pt x="0" y="8268"/>
                    </a:cubicBezTo>
                    <a:lnTo>
                      <a:pt x="0" y="12328"/>
                    </a:lnTo>
                    <a:cubicBezTo>
                      <a:pt x="389" y="14252"/>
                      <a:pt x="1335" y="16087"/>
                      <a:pt x="2841" y="17578"/>
                    </a:cubicBezTo>
                    <a:cubicBezTo>
                      <a:pt x="6901" y="21600"/>
                      <a:pt x="13481" y="21600"/>
                      <a:pt x="17540" y="17578"/>
                    </a:cubicBezTo>
                    <a:cubicBezTo>
                      <a:pt x="21600" y="13557"/>
                      <a:pt x="21600" y="7039"/>
                      <a:pt x="17540" y="3017"/>
                    </a:cubicBezTo>
                    <a:cubicBezTo>
                      <a:pt x="15510" y="1006"/>
                      <a:pt x="12851" y="0"/>
                      <a:pt x="10191" y="0"/>
                    </a:cubicBezTo>
                    <a:close/>
                  </a:path>
                </a:pathLst>
              </a:custGeom>
              <a:noFill/>
              <a:ln>
                <a:noFill/>
              </a:ln>
            </p:spPr>
          </p:pic>
          <p:sp>
            <p:nvSpPr>
              <p:cNvPr id="146" name="Google Shape;146;p27"/>
              <p:cNvSpPr txBox="1"/>
              <p:nvPr/>
            </p:nvSpPr>
            <p:spPr>
              <a:xfrm>
                <a:off x="0" y="1149591"/>
                <a:ext cx="4014300" cy="1432500"/>
              </a:xfrm>
              <a:prstGeom prst="rect">
                <a:avLst/>
              </a:prstGeom>
              <a:noFill/>
              <a:ln>
                <a:noFill/>
              </a:ln>
            </p:spPr>
            <p:txBody>
              <a:bodyPr anchorCtr="0" anchor="ctr" bIns="19050" lIns="19050" spcFirstLastPara="1" rIns="19050" wrap="square" tIns="19050">
                <a:spAutoFit/>
              </a:bodyPr>
              <a:lstStyle/>
              <a:p>
                <a:pPr indent="0" lvl="0" marL="0" marR="0" rtl="0" algn="ctr">
                  <a:lnSpc>
                    <a:spcPct val="90000"/>
                  </a:lnSpc>
                  <a:spcBef>
                    <a:spcPts val="0"/>
                  </a:spcBef>
                  <a:spcAft>
                    <a:spcPts val="0"/>
                  </a:spcAft>
                  <a:buClr>
                    <a:srgbClr val="000000"/>
                  </a:buClr>
                  <a:buSzPts val="1800"/>
                  <a:buFont typeface="Helvetica Neue"/>
                  <a:buNone/>
                </a:pPr>
                <a:r>
                  <a:rPr b="1" i="0" lang="es" sz="1800" u="none" cap="none" strike="noStrike">
                    <a:solidFill>
                      <a:srgbClr val="000000"/>
                    </a:solidFill>
                    <a:latin typeface="Helvetica Neue"/>
                    <a:ea typeface="Helvetica Neue"/>
                    <a:cs typeface="Helvetica Neue"/>
                    <a:sym typeface="Helvetica Neue"/>
                  </a:rPr>
                  <a:t>Biological networks</a:t>
                </a:r>
                <a:endParaRPr sz="500"/>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grpSp>
        <p:nvGrpSpPr>
          <p:cNvPr id="151" name="Google Shape;151;p28"/>
          <p:cNvGrpSpPr/>
          <p:nvPr/>
        </p:nvGrpSpPr>
        <p:grpSpPr>
          <a:xfrm>
            <a:off x="848171" y="24810"/>
            <a:ext cx="7447658" cy="5093879"/>
            <a:chOff x="0" y="0"/>
            <a:chExt cx="19860421" cy="13583677"/>
          </a:xfrm>
        </p:grpSpPr>
        <p:pic>
          <p:nvPicPr>
            <p:cNvPr descr="Networks.png" id="152" name="Google Shape;152;p28"/>
            <p:cNvPicPr preferRelativeResize="0"/>
            <p:nvPr/>
          </p:nvPicPr>
          <p:blipFill rotWithShape="1">
            <a:blip r:embed="rId3">
              <a:alphaModFix/>
            </a:blip>
            <a:srcRect b="29448" l="1428" r="68820" t="0"/>
            <a:stretch/>
          </p:blipFill>
          <p:spPr>
            <a:xfrm>
              <a:off x="0" y="2037557"/>
              <a:ext cx="6504139" cy="10681696"/>
            </a:xfrm>
            <a:prstGeom prst="rect">
              <a:avLst/>
            </a:prstGeom>
            <a:noFill/>
            <a:ln>
              <a:noFill/>
            </a:ln>
          </p:spPr>
        </p:pic>
        <p:pic>
          <p:nvPicPr>
            <p:cNvPr descr="Networks.png" id="153" name="Google Shape;153;p28"/>
            <p:cNvPicPr preferRelativeResize="0"/>
            <p:nvPr/>
          </p:nvPicPr>
          <p:blipFill rotWithShape="1">
            <a:blip r:embed="rId3">
              <a:alphaModFix/>
            </a:blip>
            <a:srcRect b="27494" l="41637" r="0" t="0"/>
            <a:stretch/>
          </p:blipFill>
          <p:spPr>
            <a:xfrm>
              <a:off x="8961803" y="0"/>
              <a:ext cx="9894065" cy="8512782"/>
            </a:xfrm>
            <a:prstGeom prst="rect">
              <a:avLst/>
            </a:prstGeom>
            <a:noFill/>
            <a:ln>
              <a:noFill/>
            </a:ln>
          </p:spPr>
        </p:pic>
        <p:pic>
          <p:nvPicPr>
            <p:cNvPr descr="Imagen" id="154" name="Google Shape;154;p28"/>
            <p:cNvPicPr preferRelativeResize="0"/>
            <p:nvPr/>
          </p:nvPicPr>
          <p:blipFill rotWithShape="1">
            <a:blip r:embed="rId4">
              <a:alphaModFix/>
            </a:blip>
            <a:srcRect b="0" l="0" r="0" t="0"/>
            <a:stretch/>
          </p:blipFill>
          <p:spPr>
            <a:xfrm>
              <a:off x="7386637" y="8705684"/>
              <a:ext cx="6503988" cy="4877993"/>
            </a:xfrm>
            <a:prstGeom prst="rect">
              <a:avLst/>
            </a:prstGeom>
            <a:noFill/>
            <a:ln>
              <a:noFill/>
            </a:ln>
          </p:spPr>
        </p:pic>
        <p:pic>
          <p:nvPicPr>
            <p:cNvPr descr="Imagen" id="155" name="Google Shape;155;p28"/>
            <p:cNvPicPr preferRelativeResize="0"/>
            <p:nvPr/>
          </p:nvPicPr>
          <p:blipFill rotWithShape="1">
            <a:blip r:embed="rId5">
              <a:alphaModFix/>
            </a:blip>
            <a:srcRect b="0" l="0" r="0" t="0"/>
            <a:stretch/>
          </p:blipFill>
          <p:spPr>
            <a:xfrm>
              <a:off x="14280553" y="9082454"/>
              <a:ext cx="5579868" cy="4124452"/>
            </a:xfrm>
            <a:prstGeom prst="rect">
              <a:avLst/>
            </a:prstGeom>
            <a:noFill/>
            <a:ln>
              <a:noFill/>
            </a:ln>
          </p:spPr>
        </p:pic>
      </p:grpSp>
      <p:sp>
        <p:nvSpPr>
          <p:cNvPr id="156" name="Google Shape;156;p28"/>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Graphs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Why Graphs?</a:t>
            </a:r>
            <a:endParaRPr/>
          </a:p>
        </p:txBody>
      </p:sp>
      <p:sp>
        <p:nvSpPr>
          <p:cNvPr id="162" name="Google Shape;162;p29"/>
          <p:cNvSpPr txBox="1"/>
          <p:nvPr>
            <p:ph idx="2" type="body"/>
          </p:nvPr>
        </p:nvSpPr>
        <p:spPr>
          <a:xfrm>
            <a:off x="452438" y="1234836"/>
            <a:ext cx="8239200" cy="3454200"/>
          </a:xfrm>
          <a:prstGeom prst="rect">
            <a:avLst/>
          </a:prstGeom>
          <a:noFill/>
          <a:ln>
            <a:noFill/>
          </a:ln>
        </p:spPr>
        <p:txBody>
          <a:bodyPr anchorCtr="0" anchor="t" bIns="19050" lIns="19050" spcFirstLastPara="1" rIns="19050" wrap="square" tIns="19050">
            <a:normAutofit lnSpcReduction="10000"/>
          </a:bodyPr>
          <a:lstStyle/>
          <a:p>
            <a:pPr indent="-228600" lvl="0" marL="228600" rtl="0" algn="l">
              <a:lnSpc>
                <a:spcPct val="90000"/>
              </a:lnSpc>
              <a:spcBef>
                <a:spcPts val="0"/>
              </a:spcBef>
              <a:spcAft>
                <a:spcPts val="0"/>
              </a:spcAft>
              <a:buClr>
                <a:srgbClr val="000000"/>
              </a:buClr>
              <a:buSzPts val="2200"/>
              <a:buFont typeface="Helvetica Neue"/>
              <a:buChar char="●"/>
            </a:pPr>
            <a:r>
              <a:rPr b="0" i="0" lang="es" sz="1800" u="none" cap="none" strike="noStrike">
                <a:solidFill>
                  <a:srgbClr val="000000"/>
                </a:solidFill>
                <a:latin typeface="Helvetica Neue"/>
                <a:ea typeface="Helvetica Neue"/>
                <a:cs typeface="Helvetica Neue"/>
                <a:sym typeface="Helvetica Neue"/>
              </a:rPr>
              <a:t>These structures allow: </a:t>
            </a:r>
            <a:endParaRPr/>
          </a:p>
          <a:p>
            <a:pPr indent="-228600" lvl="1" marL="457200" rtl="0" algn="l">
              <a:lnSpc>
                <a:spcPct val="90000"/>
              </a:lnSpc>
              <a:spcBef>
                <a:spcPts val="1700"/>
              </a:spcBef>
              <a:spcAft>
                <a:spcPts val="0"/>
              </a:spcAft>
              <a:buClr>
                <a:srgbClr val="000000"/>
              </a:buClr>
              <a:buSzPts val="2200"/>
              <a:buFont typeface="Helvetica Neue"/>
              <a:buChar char="○"/>
            </a:pPr>
            <a:r>
              <a:rPr b="0" i="0" lang="es" sz="1800" u="none" cap="none" strike="noStrike">
                <a:solidFill>
                  <a:srgbClr val="000000"/>
                </a:solidFill>
                <a:latin typeface="Helvetica Neue"/>
                <a:ea typeface="Helvetica Neue"/>
                <a:cs typeface="Helvetica Neue"/>
                <a:sym typeface="Helvetica Neue"/>
              </a:rPr>
              <a:t>Quick </a:t>
            </a:r>
            <a:r>
              <a:rPr b="1" lang="es"/>
              <a:t>integration</a:t>
            </a:r>
            <a:r>
              <a:rPr b="0" i="0" lang="es" sz="1800" u="none" cap="none" strike="noStrike">
                <a:solidFill>
                  <a:srgbClr val="000000"/>
                </a:solidFill>
                <a:latin typeface="Helvetica Neue"/>
                <a:ea typeface="Helvetica Neue"/>
                <a:cs typeface="Helvetica Neue"/>
                <a:sym typeface="Helvetica Neue"/>
              </a:rPr>
              <a:t> of </a:t>
            </a:r>
            <a:r>
              <a:rPr b="1" lang="es"/>
              <a:t>heterogeneous data</a:t>
            </a:r>
            <a:r>
              <a:rPr b="0" i="0" lang="es" sz="1800" u="none" cap="none" strike="noStrike">
                <a:solidFill>
                  <a:srgbClr val="000000"/>
                </a:solidFill>
                <a:latin typeface="Helvetica Neue"/>
                <a:ea typeface="Helvetica Neue"/>
                <a:cs typeface="Helvetica Neue"/>
                <a:sym typeface="Helvetica Neue"/>
              </a:rPr>
              <a:t> based on relationships </a:t>
            </a:r>
            <a:endParaRPr/>
          </a:p>
          <a:p>
            <a:pPr indent="-228600" lvl="1" marL="457200" rtl="0" algn="l">
              <a:lnSpc>
                <a:spcPct val="90000"/>
              </a:lnSpc>
              <a:spcBef>
                <a:spcPts val="1700"/>
              </a:spcBef>
              <a:spcAft>
                <a:spcPts val="0"/>
              </a:spcAft>
              <a:buClr>
                <a:srgbClr val="000000"/>
              </a:buClr>
              <a:buSzPts val="2200"/>
              <a:buFont typeface="Helvetica Neue"/>
              <a:buChar char="○"/>
            </a:pPr>
            <a:r>
              <a:rPr b="1" lang="es"/>
              <a:t>Graph theory</a:t>
            </a:r>
            <a:r>
              <a:rPr b="0" i="0" lang="es" sz="1800" u="none" cap="none" strike="noStrike">
                <a:solidFill>
                  <a:srgbClr val="000000"/>
                </a:solidFill>
                <a:latin typeface="Helvetica Neue"/>
                <a:ea typeface="Helvetica Neue"/>
                <a:cs typeface="Helvetica Neue"/>
                <a:sym typeface="Helvetica Neue"/>
              </a:rPr>
              <a:t> methods can be used to </a:t>
            </a:r>
            <a:r>
              <a:rPr b="1" lang="es"/>
              <a:t>analyse</a:t>
            </a:r>
            <a:r>
              <a:rPr b="0" i="0" lang="es" sz="1800" u="none" cap="none" strike="noStrike">
                <a:solidFill>
                  <a:srgbClr val="000000"/>
                </a:solidFill>
                <a:latin typeface="Helvetica Neue"/>
                <a:ea typeface="Helvetica Neue"/>
                <a:cs typeface="Helvetica Neue"/>
                <a:sym typeface="Helvetica Neue"/>
              </a:rPr>
              <a:t> and </a:t>
            </a:r>
            <a:r>
              <a:rPr b="1" lang="es"/>
              <a:t>interpret</a:t>
            </a:r>
            <a:r>
              <a:rPr b="0" i="0" lang="es" sz="1800" u="none" cap="none" strike="noStrike">
                <a:solidFill>
                  <a:srgbClr val="000000"/>
                </a:solidFill>
                <a:latin typeface="Helvetica Neue"/>
                <a:ea typeface="Helvetica Neue"/>
                <a:cs typeface="Helvetica Neue"/>
                <a:sym typeface="Helvetica Neue"/>
              </a:rPr>
              <a:t> data, e.g., topological properties can be used to explain: </a:t>
            </a:r>
            <a:endParaRPr/>
          </a:p>
          <a:p>
            <a:pPr indent="-228600" lvl="2" marL="685800" rtl="0" algn="l">
              <a:lnSpc>
                <a:spcPct val="90000"/>
              </a:lnSpc>
              <a:spcBef>
                <a:spcPts val="1700"/>
              </a:spcBef>
              <a:spcAft>
                <a:spcPts val="0"/>
              </a:spcAft>
              <a:buClr>
                <a:srgbClr val="000000"/>
              </a:buClr>
              <a:buSzPts val="2200"/>
              <a:buFont typeface="Helvetica Neue"/>
              <a:buChar char="■"/>
            </a:pPr>
            <a:r>
              <a:rPr b="0" i="0" lang="es" sz="1800" u="none" cap="none" strike="noStrike">
                <a:solidFill>
                  <a:srgbClr val="000000"/>
                </a:solidFill>
                <a:latin typeface="Helvetica Neue"/>
                <a:ea typeface="Helvetica Neue"/>
                <a:cs typeface="Helvetica Neue"/>
                <a:sym typeface="Helvetica Neue"/>
              </a:rPr>
              <a:t>The possible </a:t>
            </a:r>
            <a:r>
              <a:rPr b="1" lang="es"/>
              <a:t>role</a:t>
            </a:r>
            <a:r>
              <a:rPr b="0" i="0" lang="es" sz="1800" u="none" cap="none" strike="noStrike">
                <a:solidFill>
                  <a:srgbClr val="000000"/>
                </a:solidFill>
                <a:latin typeface="Helvetica Neue"/>
                <a:ea typeface="Helvetica Neue"/>
                <a:cs typeface="Helvetica Neue"/>
                <a:sym typeface="Helvetica Neue"/>
              </a:rPr>
              <a:t> of specific components</a:t>
            </a:r>
            <a:endParaRPr/>
          </a:p>
          <a:p>
            <a:pPr indent="-228600" lvl="2" marL="685800" rtl="0" algn="l">
              <a:lnSpc>
                <a:spcPct val="90000"/>
              </a:lnSpc>
              <a:spcBef>
                <a:spcPts val="1700"/>
              </a:spcBef>
              <a:spcAft>
                <a:spcPts val="0"/>
              </a:spcAft>
              <a:buClr>
                <a:srgbClr val="000000"/>
              </a:buClr>
              <a:buSzPts val="2200"/>
              <a:buFont typeface="Helvetica Neue"/>
              <a:buChar char="■"/>
            </a:pPr>
            <a:r>
              <a:rPr b="0" i="0" lang="es" sz="1800" u="none" cap="none" strike="noStrike">
                <a:solidFill>
                  <a:srgbClr val="000000"/>
                </a:solidFill>
                <a:latin typeface="Helvetica Neue"/>
                <a:ea typeface="Helvetica Neue"/>
                <a:cs typeface="Helvetica Neue"/>
                <a:sym typeface="Helvetica Neue"/>
              </a:rPr>
              <a:t>The </a:t>
            </a:r>
            <a:r>
              <a:rPr b="1" lang="es"/>
              <a:t>flow</a:t>
            </a:r>
            <a:r>
              <a:rPr b="0" i="0" lang="es" sz="1800" u="none" cap="none" strike="noStrike">
                <a:solidFill>
                  <a:srgbClr val="000000"/>
                </a:solidFill>
                <a:latin typeface="Helvetica Neue"/>
                <a:ea typeface="Helvetica Neue"/>
                <a:cs typeface="Helvetica Neue"/>
                <a:sym typeface="Helvetica Neue"/>
              </a:rPr>
              <a:t> of information</a:t>
            </a:r>
            <a:endParaRPr/>
          </a:p>
          <a:p>
            <a:pPr indent="-228600" lvl="2" marL="685800" rtl="0" algn="l">
              <a:lnSpc>
                <a:spcPct val="90000"/>
              </a:lnSpc>
              <a:spcBef>
                <a:spcPts val="1700"/>
              </a:spcBef>
              <a:spcAft>
                <a:spcPts val="0"/>
              </a:spcAft>
              <a:buClr>
                <a:srgbClr val="000000"/>
              </a:buClr>
              <a:buSzPts val="2200"/>
              <a:buFont typeface="Helvetica Neue"/>
              <a:buChar char="■"/>
            </a:pPr>
            <a:r>
              <a:rPr b="0" i="0" lang="es" sz="1800" u="none" cap="none" strike="noStrike">
                <a:solidFill>
                  <a:srgbClr val="000000"/>
                </a:solidFill>
                <a:latin typeface="Helvetica Neue"/>
                <a:ea typeface="Helvetica Neue"/>
                <a:cs typeface="Helvetica Neue"/>
                <a:sym typeface="Helvetica Neue"/>
              </a:rPr>
              <a:t>The </a:t>
            </a:r>
            <a:r>
              <a:rPr b="1" lang="es"/>
              <a:t>robustness</a:t>
            </a:r>
            <a:r>
              <a:rPr b="0" i="0" lang="es" sz="1800" u="none" cap="none" strike="noStrike">
                <a:solidFill>
                  <a:srgbClr val="000000"/>
                </a:solidFill>
                <a:latin typeface="Helvetica Neue"/>
                <a:ea typeface="Helvetica Neue"/>
                <a:cs typeface="Helvetica Neue"/>
                <a:sym typeface="Helvetica Neue"/>
              </a:rPr>
              <a:t> of the system </a:t>
            </a:r>
            <a:endParaRPr/>
          </a:p>
          <a:p>
            <a:pPr indent="-228600" lvl="0" marL="228600" rtl="0" algn="l">
              <a:lnSpc>
                <a:spcPct val="90000"/>
              </a:lnSpc>
              <a:spcBef>
                <a:spcPts val="1700"/>
              </a:spcBef>
              <a:spcAft>
                <a:spcPts val="0"/>
              </a:spcAft>
              <a:buClr>
                <a:srgbClr val="000000"/>
              </a:buClr>
              <a:buSzPts val="2200"/>
              <a:buFont typeface="Helvetica Neue"/>
              <a:buChar char="●"/>
            </a:pPr>
            <a:r>
              <a:rPr b="1" lang="es"/>
              <a:t>Visualize</a:t>
            </a:r>
            <a:r>
              <a:rPr b="0" i="0" lang="es" sz="1800" u="none" cap="none" strike="noStrike">
                <a:solidFill>
                  <a:srgbClr val="000000"/>
                </a:solidFill>
                <a:latin typeface="Helvetica Neue"/>
                <a:ea typeface="Helvetica Neue"/>
                <a:cs typeface="Helvetica Neue"/>
                <a:sym typeface="Helvetica Neue"/>
              </a:rPr>
              <a:t> data</a:t>
            </a:r>
            <a:endParaRPr/>
          </a:p>
        </p:txBody>
      </p:sp>
      <p:pic>
        <p:nvPicPr>
          <p:cNvPr descr="Screenshot 2023-06-22 at 09.09.38.png" id="163" name="Google Shape;163;p29"/>
          <p:cNvPicPr preferRelativeResize="0"/>
          <p:nvPr/>
        </p:nvPicPr>
        <p:blipFill rotWithShape="1">
          <a:blip r:embed="rId3">
            <a:alphaModFix/>
          </a:blip>
          <a:srcRect b="0" l="0" r="2477" t="0"/>
          <a:stretch/>
        </p:blipFill>
        <p:spPr>
          <a:xfrm>
            <a:off x="5756599" y="2540544"/>
            <a:ext cx="3187282" cy="25497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Imagen" id="168" name="Google Shape;168;p30"/>
          <p:cNvPicPr preferRelativeResize="0"/>
          <p:nvPr/>
        </p:nvPicPr>
        <p:blipFill rotWithShape="1">
          <a:blip r:embed="rId3">
            <a:alphaModFix/>
          </a:blip>
          <a:srcRect b="0" l="0" r="0" t="0"/>
          <a:stretch/>
        </p:blipFill>
        <p:spPr>
          <a:xfrm>
            <a:off x="5459614" y="2899836"/>
            <a:ext cx="3086293" cy="1717843"/>
          </a:xfrm>
          <a:prstGeom prst="rect">
            <a:avLst/>
          </a:prstGeom>
          <a:noFill/>
          <a:ln>
            <a:noFill/>
          </a:ln>
        </p:spPr>
      </p:pic>
      <p:sp>
        <p:nvSpPr>
          <p:cNvPr id="169" name="Google Shape;169;p30"/>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marR="0" rtl="0" algn="l">
              <a:lnSpc>
                <a:spcPct val="80000"/>
              </a:lnSpc>
              <a:spcBef>
                <a:spcPts val="0"/>
              </a:spcBef>
              <a:spcAft>
                <a:spcPts val="0"/>
              </a:spcAft>
              <a:buClr>
                <a:srgbClr val="5E5E5E"/>
              </a:buClr>
              <a:buSzPts val="3200"/>
              <a:buFont typeface="Helvetica Neue"/>
              <a:buNone/>
            </a:pPr>
            <a:r>
              <a:rPr lang="es">
                <a:solidFill>
                  <a:srgbClr val="5E5E5E"/>
                </a:solidFill>
              </a:rPr>
              <a:t>How to Analyse Graph Structures</a:t>
            </a:r>
            <a:endParaRPr/>
          </a:p>
        </p:txBody>
      </p:sp>
      <p:sp>
        <p:nvSpPr>
          <p:cNvPr id="170" name="Google Shape;170;p30"/>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p>
            <a:pPr indent="0" lvl="0" marL="0" marR="0" rtl="0" algn="l">
              <a:lnSpc>
                <a:spcPct val="100000"/>
              </a:lnSpc>
              <a:spcBef>
                <a:spcPts val="0"/>
              </a:spcBef>
              <a:spcAft>
                <a:spcPts val="0"/>
              </a:spcAft>
              <a:buClr>
                <a:srgbClr val="929292"/>
              </a:buClr>
              <a:buSzPts val="1500"/>
              <a:buFont typeface="Helvetica Neue"/>
              <a:buNone/>
            </a:pPr>
            <a:r>
              <a:rPr lang="es" sz="1500">
                <a:solidFill>
                  <a:srgbClr val="929292"/>
                </a:solidFill>
              </a:rPr>
              <a:t>Using and Analysing Relationships</a:t>
            </a:r>
            <a:endParaRPr/>
          </a:p>
        </p:txBody>
      </p:sp>
      <p:sp>
        <p:nvSpPr>
          <p:cNvPr id="171" name="Google Shape;171;p30"/>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p>
            <a:pPr indent="-228600" lvl="0" marL="228600" rtl="0" algn="l">
              <a:lnSpc>
                <a:spcPct val="90000"/>
              </a:lnSpc>
              <a:spcBef>
                <a:spcPts val="0"/>
              </a:spcBef>
              <a:spcAft>
                <a:spcPts val="0"/>
              </a:spcAft>
              <a:buClr>
                <a:srgbClr val="000000"/>
              </a:buClr>
              <a:buSzPts val="2200"/>
              <a:buFont typeface="Helvetica Neue"/>
              <a:buChar char="●"/>
            </a:pPr>
            <a:r>
              <a:rPr b="1" lang="es"/>
              <a:t>Graph Theory</a:t>
            </a:r>
            <a:r>
              <a:rPr b="0" i="0" lang="es" sz="1800" u="none" cap="none" strike="noStrike">
                <a:solidFill>
                  <a:srgbClr val="000000"/>
                </a:solidFill>
                <a:latin typeface="Helvetica Neue"/>
                <a:ea typeface="Helvetica Neue"/>
                <a:cs typeface="Helvetica Neue"/>
                <a:sym typeface="Helvetica Neue"/>
              </a:rPr>
              <a:t>: algorithms that allow you to extract relevant information from the topology of the graph.</a:t>
            </a:r>
            <a:endParaRPr/>
          </a:p>
          <a:p>
            <a:pPr indent="-228600" lvl="1" marL="457200" rtl="0" algn="l">
              <a:lnSpc>
                <a:spcPct val="90000"/>
              </a:lnSpc>
              <a:spcBef>
                <a:spcPts val="1700"/>
              </a:spcBef>
              <a:spcAft>
                <a:spcPts val="0"/>
              </a:spcAft>
              <a:buClr>
                <a:srgbClr val="000000"/>
              </a:buClr>
              <a:buSzPts val="2200"/>
              <a:buFont typeface="Helvetica Neue"/>
              <a:buChar char="○"/>
            </a:pPr>
            <a:r>
              <a:rPr b="1" lang="es"/>
              <a:t>Topological Features:</a:t>
            </a:r>
            <a:r>
              <a:rPr b="0" i="0" lang="es" sz="1800" u="none" cap="none" strike="noStrike">
                <a:solidFill>
                  <a:srgbClr val="000000"/>
                </a:solidFill>
                <a:latin typeface="Helvetica Neue"/>
                <a:ea typeface="Helvetica Neue"/>
                <a:cs typeface="Helvetica Neue"/>
                <a:sym typeface="Helvetica Neue"/>
              </a:rPr>
              <a:t> Centrality, degree, clustering, etc.</a:t>
            </a:r>
            <a:endParaRPr/>
          </a:p>
          <a:p>
            <a:pPr indent="-228600" lvl="0" marL="228600" rtl="0" algn="l">
              <a:lnSpc>
                <a:spcPct val="90000"/>
              </a:lnSpc>
              <a:spcBef>
                <a:spcPts val="1700"/>
              </a:spcBef>
              <a:spcAft>
                <a:spcPts val="0"/>
              </a:spcAft>
              <a:buClr>
                <a:srgbClr val="000000"/>
              </a:buClr>
              <a:buSzPts val="2200"/>
              <a:buFont typeface="Helvetica Neue"/>
              <a:buChar char="●"/>
            </a:pPr>
            <a:r>
              <a:rPr b="1" lang="es"/>
              <a:t>Graph Machine Learning</a:t>
            </a:r>
            <a:r>
              <a:rPr b="0" i="0" lang="es" sz="1800" u="none" cap="none" strike="noStrike">
                <a:solidFill>
                  <a:srgbClr val="000000"/>
                </a:solidFill>
                <a:latin typeface="Helvetica Neue"/>
                <a:ea typeface="Helvetica Neue"/>
                <a:cs typeface="Helvetica Neue"/>
                <a:sym typeface="Helvetica Neue"/>
              </a:rPr>
              <a:t>:</a:t>
            </a:r>
            <a:endParaRPr/>
          </a:p>
          <a:p>
            <a:pPr indent="-228600" lvl="1" marL="457200" rtl="0" algn="l">
              <a:lnSpc>
                <a:spcPct val="90000"/>
              </a:lnSpc>
              <a:spcBef>
                <a:spcPts val="1700"/>
              </a:spcBef>
              <a:spcAft>
                <a:spcPts val="0"/>
              </a:spcAft>
              <a:buClr>
                <a:srgbClr val="000000"/>
              </a:buClr>
              <a:buSzPts val="2200"/>
              <a:buFont typeface="Helvetica Neue"/>
              <a:buChar char="○"/>
            </a:pPr>
            <a:r>
              <a:rPr b="0" i="0" lang="es" sz="1800" u="none" cap="none" strike="noStrike">
                <a:solidFill>
                  <a:srgbClr val="000000"/>
                </a:solidFill>
                <a:latin typeface="Helvetica Neue"/>
                <a:ea typeface="Helvetica Neue"/>
                <a:cs typeface="Helvetica Neue"/>
                <a:sym typeface="Helvetica Neue"/>
              </a:rPr>
              <a:t>Embeddings</a:t>
            </a:r>
            <a:endParaRPr/>
          </a:p>
          <a:p>
            <a:pPr indent="-228600" lvl="1" marL="457200" rtl="0" algn="l">
              <a:lnSpc>
                <a:spcPct val="90000"/>
              </a:lnSpc>
              <a:spcBef>
                <a:spcPts val="1700"/>
              </a:spcBef>
              <a:spcAft>
                <a:spcPts val="0"/>
              </a:spcAft>
              <a:buClr>
                <a:srgbClr val="000000"/>
              </a:buClr>
              <a:buSzPts val="2200"/>
              <a:buFont typeface="Helvetica Neue"/>
              <a:buChar char="○"/>
            </a:pPr>
            <a:r>
              <a:rPr b="0" i="0" lang="es" sz="1800" u="none" cap="none" strike="noStrike">
                <a:solidFill>
                  <a:srgbClr val="000000"/>
                </a:solidFill>
                <a:latin typeface="Helvetica Neue"/>
                <a:ea typeface="Helvetica Neue"/>
                <a:cs typeface="Helvetica Neue"/>
                <a:sym typeface="Helvetica Neue"/>
              </a:rPr>
              <a:t>Graph Neural Networks</a:t>
            </a:r>
            <a:endParaRPr/>
          </a:p>
        </p:txBody>
      </p:sp>
      <p:sp>
        <p:nvSpPr>
          <p:cNvPr id="172" name="Google Shape;172;p30"/>
          <p:cNvSpPr txBox="1"/>
          <p:nvPr/>
        </p:nvSpPr>
        <p:spPr>
          <a:xfrm>
            <a:off x="6867398" y="4937552"/>
            <a:ext cx="21915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b="0" i="0" lang="es" sz="900" u="none" cap="none" strike="noStrike">
                <a:solidFill>
                  <a:srgbClr val="5E5E5E"/>
                </a:solidFill>
                <a:latin typeface="Helvetica Neue"/>
                <a:ea typeface="Helvetica Neue"/>
                <a:cs typeface="Helvetica Neue"/>
                <a:sym typeface="Helvetica Neue"/>
              </a:rPr>
              <a:t>https://huggingface.co/blog/intro-graphml</a:t>
            </a:r>
            <a:endParaRPr sz="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marR="0" rtl="0" algn="l">
              <a:lnSpc>
                <a:spcPct val="80000"/>
              </a:lnSpc>
              <a:spcBef>
                <a:spcPts val="0"/>
              </a:spcBef>
              <a:spcAft>
                <a:spcPts val="0"/>
              </a:spcAft>
              <a:buClr>
                <a:srgbClr val="5E5E5E"/>
              </a:buClr>
              <a:buSzPts val="3100"/>
              <a:buFont typeface="Helvetica Neue"/>
              <a:buNone/>
            </a:pPr>
            <a:r>
              <a:rPr lang="es" sz="3100">
                <a:solidFill>
                  <a:srgbClr val="5E5E5E"/>
                </a:solidFill>
              </a:rPr>
              <a:t>Graph Theory — Some Topological Properties</a:t>
            </a:r>
            <a:endParaRPr/>
          </a:p>
        </p:txBody>
      </p:sp>
      <p:sp>
        <p:nvSpPr>
          <p:cNvPr id="178" name="Google Shape;178;p31"/>
          <p:cNvSpPr txBox="1"/>
          <p:nvPr>
            <p:ph idx="2" type="body"/>
          </p:nvPr>
        </p:nvSpPr>
        <p:spPr>
          <a:xfrm>
            <a:off x="552382" y="1241111"/>
            <a:ext cx="8039400" cy="641400"/>
          </a:xfrm>
          <a:prstGeom prst="rect">
            <a:avLst/>
          </a:prstGeom>
          <a:noFill/>
          <a:ln>
            <a:noFill/>
          </a:ln>
        </p:spPr>
        <p:txBody>
          <a:bodyPr anchorCtr="0" anchor="t" bIns="19050" lIns="19050" spcFirstLastPara="1" rIns="19050" wrap="square" tIns="19050">
            <a:normAutofit/>
          </a:bodyPr>
          <a:lstStyle/>
          <a:p>
            <a:pPr indent="0" lvl="0" marL="0" rtl="0" algn="ctr">
              <a:lnSpc>
                <a:spcPct val="90000"/>
              </a:lnSpc>
              <a:spcBef>
                <a:spcPts val="0"/>
              </a:spcBef>
              <a:spcAft>
                <a:spcPts val="0"/>
              </a:spcAft>
              <a:buClr>
                <a:srgbClr val="000000"/>
              </a:buClr>
              <a:buSzPts val="1800"/>
              <a:buFont typeface="Helvetica Neue"/>
              <a:buNone/>
            </a:pPr>
            <a:r>
              <a:rPr b="1" lang="es"/>
              <a:t>Topological properties</a:t>
            </a:r>
            <a:r>
              <a:rPr b="0" i="0" lang="es" sz="1800" u="none" cap="none" strike="noStrike">
                <a:solidFill>
                  <a:srgbClr val="000000"/>
                </a:solidFill>
                <a:latin typeface="Helvetica Neue"/>
                <a:ea typeface="Helvetica Neue"/>
                <a:cs typeface="Helvetica Neue"/>
                <a:sym typeface="Helvetica Neue"/>
              </a:rPr>
              <a:t> can help extract meaningful information and identify relevant structures within the network</a:t>
            </a:r>
            <a:endParaRPr/>
          </a:p>
        </p:txBody>
      </p:sp>
      <p:sp>
        <p:nvSpPr>
          <p:cNvPr id="179" name="Google Shape;179;p31"/>
          <p:cNvSpPr txBox="1"/>
          <p:nvPr/>
        </p:nvSpPr>
        <p:spPr>
          <a:xfrm>
            <a:off x="5672931" y="4984363"/>
            <a:ext cx="3463800" cy="2325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700"/>
              <a:buFont typeface="Helvetica Neue"/>
              <a:buNone/>
            </a:pPr>
            <a:r>
              <a:rPr b="0" i="0" lang="es" sz="700" u="none" cap="none" strike="noStrike">
                <a:solidFill>
                  <a:srgbClr val="000000"/>
                </a:solidFill>
                <a:latin typeface="Helvetica Neue"/>
                <a:ea typeface="Helvetica Neue"/>
                <a:cs typeface="Helvetica Neue"/>
                <a:sym typeface="Helvetica Neue"/>
              </a:rPr>
              <a:t>Graph Theory Measures and Their Application to Neurosurgical Eloquence. Cancers 2023</a:t>
            </a:r>
            <a:endParaRPr sz="500"/>
          </a:p>
        </p:txBody>
      </p:sp>
      <p:sp>
        <p:nvSpPr>
          <p:cNvPr id="180" name="Google Shape;180;p31"/>
          <p:cNvSpPr txBox="1"/>
          <p:nvPr/>
        </p:nvSpPr>
        <p:spPr>
          <a:xfrm>
            <a:off x="7270405" y="4826882"/>
            <a:ext cx="1866000" cy="2325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700"/>
              <a:buFont typeface="Helvetica Neue"/>
              <a:buNone/>
            </a:pPr>
            <a:r>
              <a:rPr b="0" i="0" lang="es" sz="700" u="none" cap="none" strike="noStrike">
                <a:solidFill>
                  <a:srgbClr val="000000"/>
                </a:solidFill>
                <a:latin typeface="Helvetica Neue"/>
                <a:ea typeface="Helvetica Neue"/>
                <a:cs typeface="Helvetica Neue"/>
                <a:sym typeface="Helvetica Neue"/>
              </a:rPr>
              <a:t>https://timbr.ai/community-detection-algorithm/</a:t>
            </a:r>
            <a:endParaRPr sz="500"/>
          </a:p>
        </p:txBody>
      </p:sp>
      <p:sp>
        <p:nvSpPr>
          <p:cNvPr id="181" name="Google Shape;181;p31"/>
          <p:cNvSpPr txBox="1"/>
          <p:nvPr/>
        </p:nvSpPr>
        <p:spPr>
          <a:xfrm>
            <a:off x="530148" y="1819627"/>
            <a:ext cx="3790500" cy="2911500"/>
          </a:xfrm>
          <a:prstGeom prst="rect">
            <a:avLst/>
          </a:prstGeom>
          <a:noFill/>
          <a:ln>
            <a:noFill/>
          </a:ln>
        </p:spPr>
        <p:txBody>
          <a:bodyPr anchorCtr="0" anchor="t" bIns="19050" lIns="19050" spcFirstLastPara="1" rIns="19050" wrap="square" tIns="19050">
            <a:normAutofit/>
          </a:bodyPr>
          <a:lstStyle/>
          <a:p>
            <a:pPr indent="-133350" lvl="0" marL="127000" marR="0" rtl="0" algn="l">
              <a:lnSpc>
                <a:spcPct val="90000"/>
              </a:lnSpc>
              <a:spcBef>
                <a:spcPts val="0"/>
              </a:spcBef>
              <a:spcAft>
                <a:spcPts val="0"/>
              </a:spcAft>
              <a:buClr>
                <a:srgbClr val="000000"/>
              </a:buClr>
              <a:buSzPts val="1300"/>
              <a:buFont typeface="Helvetica Neue"/>
              <a:buChar char="•"/>
            </a:pPr>
            <a:r>
              <a:rPr b="1" i="0" lang="es" sz="1000" u="none" cap="none" strike="noStrike">
                <a:solidFill>
                  <a:srgbClr val="000000"/>
                </a:solidFill>
                <a:latin typeface="Helvetica Neue"/>
                <a:ea typeface="Helvetica Neue"/>
                <a:cs typeface="Helvetica Neue"/>
                <a:sym typeface="Helvetica Neue"/>
              </a:rPr>
              <a:t>Degree — </a:t>
            </a:r>
            <a:r>
              <a:rPr b="0" i="0" lang="es" sz="1000" u="none" cap="none" strike="noStrike">
                <a:solidFill>
                  <a:srgbClr val="000000"/>
                </a:solidFill>
                <a:latin typeface="Helvetica Neue"/>
                <a:ea typeface="Helvetica Neue"/>
                <a:cs typeface="Helvetica Neue"/>
                <a:sym typeface="Helvetica Neue"/>
              </a:rPr>
              <a:t>Measures the number of connections (edges) a node has in the network. Identifies highly connected nodes (hubs) that often represent critical molecules or interactions, such as essential proteins or highly expressed genes.</a:t>
            </a:r>
            <a:endParaRPr b="0" i="0" sz="1800" u="none" cap="none" strike="noStrike">
              <a:solidFill>
                <a:srgbClr val="000000"/>
              </a:solidFill>
              <a:latin typeface="Helvetica Neue"/>
              <a:ea typeface="Helvetica Neue"/>
              <a:cs typeface="Helvetica Neue"/>
              <a:sym typeface="Helvetica Neue"/>
            </a:endParaRPr>
          </a:p>
          <a:p>
            <a:pPr indent="-133350" lvl="0" marL="127000" marR="0" rtl="0" algn="l">
              <a:lnSpc>
                <a:spcPct val="90000"/>
              </a:lnSpc>
              <a:spcBef>
                <a:spcPts val="1000"/>
              </a:spcBef>
              <a:spcAft>
                <a:spcPts val="0"/>
              </a:spcAft>
              <a:buClr>
                <a:srgbClr val="000000"/>
              </a:buClr>
              <a:buSzPts val="1300"/>
              <a:buFont typeface="Helvetica Neue"/>
              <a:buChar char="•"/>
            </a:pPr>
            <a:r>
              <a:rPr b="1" i="0" lang="es" sz="1000" u="none" cap="none" strike="noStrike">
                <a:solidFill>
                  <a:srgbClr val="000000"/>
                </a:solidFill>
                <a:latin typeface="Helvetica Neue"/>
                <a:ea typeface="Helvetica Neue"/>
                <a:cs typeface="Helvetica Neue"/>
                <a:sym typeface="Helvetica Neue"/>
              </a:rPr>
              <a:t>Path length — </a:t>
            </a:r>
            <a:r>
              <a:rPr b="0" i="0" lang="es" sz="1000" u="none" cap="none" strike="noStrike">
                <a:solidFill>
                  <a:srgbClr val="000000"/>
                </a:solidFill>
                <a:latin typeface="Helvetica Neue"/>
                <a:ea typeface="Helvetica Neue"/>
                <a:cs typeface="Helvetica Neue"/>
                <a:sym typeface="Helvetica Neue"/>
              </a:rPr>
              <a:t>Average shortest path between all pairs of nodes. Indicates the signal flow across the network, relevant for instance in signaling pathways.</a:t>
            </a:r>
            <a:endParaRPr b="0" i="0" sz="1800" u="none" cap="none" strike="noStrike">
              <a:solidFill>
                <a:srgbClr val="000000"/>
              </a:solidFill>
              <a:latin typeface="Helvetica Neue"/>
              <a:ea typeface="Helvetica Neue"/>
              <a:cs typeface="Helvetica Neue"/>
              <a:sym typeface="Helvetica Neue"/>
            </a:endParaRPr>
          </a:p>
          <a:p>
            <a:pPr indent="-133350" lvl="0" marL="127000" marR="0" rtl="0" algn="l">
              <a:lnSpc>
                <a:spcPct val="90000"/>
              </a:lnSpc>
              <a:spcBef>
                <a:spcPts val="1000"/>
              </a:spcBef>
              <a:spcAft>
                <a:spcPts val="0"/>
              </a:spcAft>
              <a:buClr>
                <a:srgbClr val="000000"/>
              </a:buClr>
              <a:buSzPts val="1300"/>
              <a:buFont typeface="Helvetica Neue"/>
              <a:buChar char="•"/>
            </a:pPr>
            <a:r>
              <a:rPr b="1" i="0" lang="es" sz="1000" u="none" cap="none" strike="noStrike">
                <a:solidFill>
                  <a:srgbClr val="000000"/>
                </a:solidFill>
                <a:latin typeface="Helvetica Neue"/>
                <a:ea typeface="Helvetica Neue"/>
                <a:cs typeface="Helvetica Neue"/>
                <a:sym typeface="Helvetica Neue"/>
              </a:rPr>
              <a:t>Shortest Path — </a:t>
            </a:r>
            <a:r>
              <a:rPr b="0" i="0" lang="es" sz="1000" u="none" cap="none" strike="noStrike">
                <a:solidFill>
                  <a:srgbClr val="000000"/>
                </a:solidFill>
                <a:latin typeface="Helvetica Neue"/>
                <a:ea typeface="Helvetica Neue"/>
                <a:cs typeface="Helvetica Neue"/>
                <a:sym typeface="Helvetica Neue"/>
              </a:rPr>
              <a:t>The minimum number of edges required to traverse between two nodes. Essential for studying signal transduction, metabolic fluxes, and the efficiency of molecular or ecological interactions. Nodes with many shortest paths passing through them often have critical roles in the system.</a:t>
            </a:r>
            <a:endParaRPr b="0" i="0" sz="1800" u="none" cap="none" strike="noStrike">
              <a:solidFill>
                <a:srgbClr val="000000"/>
              </a:solidFill>
              <a:latin typeface="Helvetica Neue"/>
              <a:ea typeface="Helvetica Neue"/>
              <a:cs typeface="Helvetica Neue"/>
              <a:sym typeface="Helvetica Neue"/>
            </a:endParaRPr>
          </a:p>
          <a:p>
            <a:pPr indent="-133350" lvl="0" marL="127000" marR="0" rtl="0" algn="l">
              <a:lnSpc>
                <a:spcPct val="90000"/>
              </a:lnSpc>
              <a:spcBef>
                <a:spcPts val="1000"/>
              </a:spcBef>
              <a:spcAft>
                <a:spcPts val="0"/>
              </a:spcAft>
              <a:buClr>
                <a:srgbClr val="000000"/>
              </a:buClr>
              <a:buSzPts val="1300"/>
              <a:buFont typeface="Helvetica Neue"/>
              <a:buChar char="•"/>
            </a:pPr>
            <a:r>
              <a:rPr b="1" i="0" lang="es" sz="1000" u="none" cap="none" strike="noStrike">
                <a:solidFill>
                  <a:srgbClr val="000000"/>
                </a:solidFill>
                <a:latin typeface="Helvetica Neue"/>
                <a:ea typeface="Helvetica Neue"/>
                <a:cs typeface="Helvetica Neue"/>
                <a:sym typeface="Helvetica Neue"/>
              </a:rPr>
              <a:t>Clustering Coefficient —</a:t>
            </a:r>
            <a:r>
              <a:rPr b="0" i="0" lang="es" sz="1000" u="none" cap="none" strike="noStrike">
                <a:solidFill>
                  <a:srgbClr val="000000"/>
                </a:solidFill>
                <a:latin typeface="Helvetica Neue"/>
                <a:ea typeface="Helvetica Neue"/>
                <a:cs typeface="Helvetica Neue"/>
                <a:sym typeface="Helvetica Neue"/>
              </a:rPr>
              <a:t> Measures the tendency of nodes to form tightly knit groups. High clustering often signifies functional specialization, such as protein-protein interaction clusters in cellular compartments.</a:t>
            </a:r>
            <a:endParaRPr sz="500"/>
          </a:p>
        </p:txBody>
      </p:sp>
      <p:cxnSp>
        <p:nvCxnSpPr>
          <p:cNvPr id="182" name="Google Shape;182;p31"/>
          <p:cNvCxnSpPr>
            <a:stCxn id="183" idx="0"/>
            <a:endCxn id="184" idx="0"/>
          </p:cNvCxnSpPr>
          <p:nvPr/>
        </p:nvCxnSpPr>
        <p:spPr>
          <a:xfrm flipH="1" rot="10800000">
            <a:off x="5819420" y="2040126"/>
            <a:ext cx="522300" cy="99000"/>
          </a:xfrm>
          <a:prstGeom prst="straightConnector1">
            <a:avLst/>
          </a:prstGeom>
          <a:noFill/>
          <a:ln cap="flat" cmpd="sng" w="19050">
            <a:solidFill>
              <a:srgbClr val="D5D5D5"/>
            </a:solidFill>
            <a:prstDash val="solid"/>
            <a:miter lim="400000"/>
            <a:headEnd len="sm" w="sm" type="none"/>
            <a:tailEnd len="sm" w="sm" type="none"/>
          </a:ln>
        </p:spPr>
      </p:cxnSp>
      <p:cxnSp>
        <p:nvCxnSpPr>
          <p:cNvPr id="185" name="Google Shape;185;p31"/>
          <p:cNvCxnSpPr>
            <a:stCxn id="186" idx="0"/>
            <a:endCxn id="184" idx="0"/>
          </p:cNvCxnSpPr>
          <p:nvPr/>
        </p:nvCxnSpPr>
        <p:spPr>
          <a:xfrm flipH="1" rot="10800000">
            <a:off x="6179634" y="2040306"/>
            <a:ext cx="162000" cy="729000"/>
          </a:xfrm>
          <a:prstGeom prst="straightConnector1">
            <a:avLst/>
          </a:prstGeom>
          <a:noFill/>
          <a:ln cap="flat" cmpd="sng" w="19050">
            <a:solidFill>
              <a:srgbClr val="D5D5D5"/>
            </a:solidFill>
            <a:prstDash val="solid"/>
            <a:miter lim="400000"/>
            <a:headEnd len="sm" w="sm" type="none"/>
            <a:tailEnd len="sm" w="sm" type="none"/>
          </a:ln>
        </p:spPr>
      </p:cxnSp>
      <p:cxnSp>
        <p:nvCxnSpPr>
          <p:cNvPr id="187" name="Google Shape;187;p31"/>
          <p:cNvCxnSpPr>
            <a:stCxn id="188" idx="0"/>
            <a:endCxn id="184" idx="0"/>
          </p:cNvCxnSpPr>
          <p:nvPr/>
        </p:nvCxnSpPr>
        <p:spPr>
          <a:xfrm flipH="1">
            <a:off x="6341663" y="1885026"/>
            <a:ext cx="437400" cy="155100"/>
          </a:xfrm>
          <a:prstGeom prst="straightConnector1">
            <a:avLst/>
          </a:prstGeom>
          <a:noFill/>
          <a:ln cap="flat" cmpd="sng" w="19050">
            <a:solidFill>
              <a:srgbClr val="D5D5D5"/>
            </a:solidFill>
            <a:prstDash val="solid"/>
            <a:miter lim="400000"/>
            <a:headEnd len="sm" w="sm" type="none"/>
            <a:tailEnd len="sm" w="sm" type="none"/>
          </a:ln>
        </p:spPr>
      </p:cxnSp>
      <p:cxnSp>
        <p:nvCxnSpPr>
          <p:cNvPr id="189" name="Google Shape;189;p31"/>
          <p:cNvCxnSpPr>
            <a:stCxn id="190" idx="0"/>
            <a:endCxn id="186" idx="0"/>
          </p:cNvCxnSpPr>
          <p:nvPr/>
        </p:nvCxnSpPr>
        <p:spPr>
          <a:xfrm flipH="1">
            <a:off x="6179747" y="2565572"/>
            <a:ext cx="687300" cy="203700"/>
          </a:xfrm>
          <a:prstGeom prst="straightConnector1">
            <a:avLst/>
          </a:prstGeom>
          <a:noFill/>
          <a:ln cap="flat" cmpd="sng" w="19050">
            <a:solidFill>
              <a:srgbClr val="D5D5D5"/>
            </a:solidFill>
            <a:prstDash val="solid"/>
            <a:miter lim="400000"/>
            <a:headEnd len="sm" w="sm" type="none"/>
            <a:tailEnd len="sm" w="sm" type="none"/>
          </a:ln>
        </p:spPr>
      </p:cxnSp>
      <p:cxnSp>
        <p:nvCxnSpPr>
          <p:cNvPr id="191" name="Google Shape;191;p31"/>
          <p:cNvCxnSpPr>
            <a:stCxn id="190" idx="0"/>
            <a:endCxn id="184" idx="0"/>
          </p:cNvCxnSpPr>
          <p:nvPr/>
        </p:nvCxnSpPr>
        <p:spPr>
          <a:xfrm rot="10800000">
            <a:off x="6341447" y="2040272"/>
            <a:ext cx="525600" cy="525300"/>
          </a:xfrm>
          <a:prstGeom prst="straightConnector1">
            <a:avLst/>
          </a:prstGeom>
          <a:noFill/>
          <a:ln cap="flat" cmpd="sng" w="19050">
            <a:solidFill>
              <a:srgbClr val="D5D5D5"/>
            </a:solidFill>
            <a:prstDash val="solid"/>
            <a:miter lim="400000"/>
            <a:headEnd len="sm" w="sm" type="none"/>
            <a:tailEnd len="sm" w="sm" type="none"/>
          </a:ln>
        </p:spPr>
      </p:cxnSp>
      <p:cxnSp>
        <p:nvCxnSpPr>
          <p:cNvPr id="192" name="Google Shape;192;p31"/>
          <p:cNvCxnSpPr>
            <a:stCxn id="193" idx="0"/>
            <a:endCxn id="184" idx="0"/>
          </p:cNvCxnSpPr>
          <p:nvPr/>
        </p:nvCxnSpPr>
        <p:spPr>
          <a:xfrm rot="10800000">
            <a:off x="6341430" y="2040282"/>
            <a:ext cx="988500" cy="123600"/>
          </a:xfrm>
          <a:prstGeom prst="straightConnector1">
            <a:avLst/>
          </a:prstGeom>
          <a:noFill/>
          <a:ln cap="flat" cmpd="sng" w="19050">
            <a:solidFill>
              <a:srgbClr val="D5D5D5"/>
            </a:solidFill>
            <a:prstDash val="solid"/>
            <a:miter lim="400000"/>
            <a:headEnd len="sm" w="sm" type="none"/>
            <a:tailEnd len="sm" w="sm" type="none"/>
          </a:ln>
        </p:spPr>
      </p:cxnSp>
      <p:cxnSp>
        <p:nvCxnSpPr>
          <p:cNvPr id="194" name="Google Shape;194;p31"/>
          <p:cNvCxnSpPr>
            <a:stCxn id="195" idx="0"/>
            <a:endCxn id="188" idx="0"/>
          </p:cNvCxnSpPr>
          <p:nvPr/>
        </p:nvCxnSpPr>
        <p:spPr>
          <a:xfrm flipH="1">
            <a:off x="6779019" y="1664193"/>
            <a:ext cx="516000" cy="220800"/>
          </a:xfrm>
          <a:prstGeom prst="straightConnector1">
            <a:avLst/>
          </a:prstGeom>
          <a:noFill/>
          <a:ln cap="flat" cmpd="sng" w="19050">
            <a:solidFill>
              <a:srgbClr val="D5D5D5"/>
            </a:solidFill>
            <a:prstDash val="solid"/>
            <a:miter lim="400000"/>
            <a:headEnd len="sm" w="sm" type="none"/>
            <a:tailEnd len="sm" w="sm" type="none"/>
          </a:ln>
        </p:spPr>
      </p:cxnSp>
      <p:cxnSp>
        <p:nvCxnSpPr>
          <p:cNvPr id="196" name="Google Shape;196;p31"/>
          <p:cNvCxnSpPr>
            <a:stCxn id="197" idx="0"/>
            <a:endCxn id="198" idx="0"/>
          </p:cNvCxnSpPr>
          <p:nvPr/>
        </p:nvCxnSpPr>
        <p:spPr>
          <a:xfrm flipH="1" rot="10800000">
            <a:off x="5879862" y="3533905"/>
            <a:ext cx="522300" cy="99000"/>
          </a:xfrm>
          <a:prstGeom prst="straightConnector1">
            <a:avLst/>
          </a:prstGeom>
          <a:noFill/>
          <a:ln cap="flat" cmpd="sng" w="19050">
            <a:solidFill>
              <a:srgbClr val="D5D5D5"/>
            </a:solidFill>
            <a:prstDash val="solid"/>
            <a:miter lim="400000"/>
            <a:headEnd len="sm" w="sm" type="none"/>
            <a:tailEnd len="sm" w="sm" type="none"/>
          </a:ln>
        </p:spPr>
      </p:cxnSp>
      <p:cxnSp>
        <p:nvCxnSpPr>
          <p:cNvPr id="199" name="Google Shape;199;p31"/>
          <p:cNvCxnSpPr>
            <a:stCxn id="200" idx="0"/>
            <a:endCxn id="198" idx="0"/>
          </p:cNvCxnSpPr>
          <p:nvPr/>
        </p:nvCxnSpPr>
        <p:spPr>
          <a:xfrm flipH="1" rot="10800000">
            <a:off x="6240075" y="3534086"/>
            <a:ext cx="162000" cy="729000"/>
          </a:xfrm>
          <a:prstGeom prst="straightConnector1">
            <a:avLst/>
          </a:prstGeom>
          <a:noFill/>
          <a:ln cap="flat" cmpd="sng" w="28575">
            <a:solidFill>
              <a:srgbClr val="B41600"/>
            </a:solidFill>
            <a:prstDash val="solid"/>
            <a:miter lim="400000"/>
            <a:headEnd len="sm" w="sm" type="none"/>
            <a:tailEnd len="sm" w="sm" type="none"/>
          </a:ln>
        </p:spPr>
      </p:cxnSp>
      <p:sp>
        <p:nvSpPr>
          <p:cNvPr id="201" name="Google Shape;201;p31"/>
          <p:cNvSpPr/>
          <p:nvPr/>
        </p:nvSpPr>
        <p:spPr>
          <a:xfrm>
            <a:off x="6736680" y="3378805"/>
            <a:ext cx="205650" cy="205650"/>
          </a:xfrm>
          <a:prstGeom prst="ellipse">
            <a:avLst/>
          </a:prstGeom>
          <a:solidFill>
            <a:srgbClr val="2479E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cxnSp>
        <p:nvCxnSpPr>
          <p:cNvPr id="202" name="Google Shape;202;p31"/>
          <p:cNvCxnSpPr>
            <a:stCxn id="201" idx="0"/>
            <a:endCxn id="198" idx="0"/>
          </p:cNvCxnSpPr>
          <p:nvPr/>
        </p:nvCxnSpPr>
        <p:spPr>
          <a:xfrm flipH="1">
            <a:off x="6402105" y="3378805"/>
            <a:ext cx="437400" cy="155100"/>
          </a:xfrm>
          <a:prstGeom prst="straightConnector1">
            <a:avLst/>
          </a:prstGeom>
          <a:noFill/>
          <a:ln cap="flat" cmpd="sng" w="28575">
            <a:solidFill>
              <a:srgbClr val="B41600"/>
            </a:solidFill>
            <a:prstDash val="solid"/>
            <a:miter lim="400000"/>
            <a:headEnd len="sm" w="sm" type="none"/>
            <a:tailEnd len="sm" w="sm" type="none"/>
          </a:ln>
        </p:spPr>
      </p:cxnSp>
      <p:cxnSp>
        <p:nvCxnSpPr>
          <p:cNvPr id="203" name="Google Shape;203;p31"/>
          <p:cNvCxnSpPr>
            <a:stCxn id="204" idx="0"/>
            <a:endCxn id="200" idx="0"/>
          </p:cNvCxnSpPr>
          <p:nvPr/>
        </p:nvCxnSpPr>
        <p:spPr>
          <a:xfrm flipH="1">
            <a:off x="6240188" y="4059351"/>
            <a:ext cx="687300" cy="203700"/>
          </a:xfrm>
          <a:prstGeom prst="straightConnector1">
            <a:avLst/>
          </a:prstGeom>
          <a:noFill/>
          <a:ln cap="flat" cmpd="sng" w="19050">
            <a:solidFill>
              <a:srgbClr val="D5D5D5"/>
            </a:solidFill>
            <a:prstDash val="solid"/>
            <a:miter lim="400000"/>
            <a:headEnd len="sm" w="sm" type="none"/>
            <a:tailEnd len="sm" w="sm" type="none"/>
          </a:ln>
        </p:spPr>
      </p:cxnSp>
      <p:cxnSp>
        <p:nvCxnSpPr>
          <p:cNvPr id="205" name="Google Shape;205;p31"/>
          <p:cNvCxnSpPr>
            <a:stCxn id="204" idx="0"/>
            <a:endCxn id="198" idx="0"/>
          </p:cNvCxnSpPr>
          <p:nvPr/>
        </p:nvCxnSpPr>
        <p:spPr>
          <a:xfrm rot="10800000">
            <a:off x="6401888" y="3534051"/>
            <a:ext cx="525600" cy="525300"/>
          </a:xfrm>
          <a:prstGeom prst="straightConnector1">
            <a:avLst/>
          </a:prstGeom>
          <a:noFill/>
          <a:ln cap="flat" cmpd="sng" w="19050">
            <a:solidFill>
              <a:srgbClr val="D5D5D5"/>
            </a:solidFill>
            <a:prstDash val="solid"/>
            <a:miter lim="400000"/>
            <a:headEnd len="sm" w="sm" type="none"/>
            <a:tailEnd len="sm" w="sm" type="none"/>
          </a:ln>
        </p:spPr>
      </p:cxnSp>
      <p:cxnSp>
        <p:nvCxnSpPr>
          <p:cNvPr id="206" name="Google Shape;206;p31"/>
          <p:cNvCxnSpPr>
            <a:stCxn id="207" idx="0"/>
            <a:endCxn id="198" idx="0"/>
          </p:cNvCxnSpPr>
          <p:nvPr/>
        </p:nvCxnSpPr>
        <p:spPr>
          <a:xfrm rot="10800000">
            <a:off x="6401871" y="3534062"/>
            <a:ext cx="988500" cy="123600"/>
          </a:xfrm>
          <a:prstGeom prst="straightConnector1">
            <a:avLst/>
          </a:prstGeom>
          <a:noFill/>
          <a:ln cap="flat" cmpd="sng" w="19050">
            <a:solidFill>
              <a:srgbClr val="D5D5D5"/>
            </a:solidFill>
            <a:prstDash val="solid"/>
            <a:miter lim="400000"/>
            <a:headEnd len="sm" w="sm" type="none"/>
            <a:tailEnd len="sm" w="sm" type="none"/>
          </a:ln>
        </p:spPr>
      </p:cxnSp>
      <p:cxnSp>
        <p:nvCxnSpPr>
          <p:cNvPr id="208" name="Google Shape;208;p31"/>
          <p:cNvCxnSpPr>
            <a:stCxn id="209" idx="0"/>
            <a:endCxn id="201" idx="0"/>
          </p:cNvCxnSpPr>
          <p:nvPr/>
        </p:nvCxnSpPr>
        <p:spPr>
          <a:xfrm flipH="1">
            <a:off x="6839460" y="3157972"/>
            <a:ext cx="516000" cy="220800"/>
          </a:xfrm>
          <a:prstGeom prst="straightConnector1">
            <a:avLst/>
          </a:prstGeom>
          <a:noFill/>
          <a:ln cap="flat" cmpd="sng" w="28575">
            <a:solidFill>
              <a:srgbClr val="B41600"/>
            </a:solidFill>
            <a:prstDash val="solid"/>
            <a:miter lim="400000"/>
            <a:headEnd len="sm" w="sm" type="none"/>
            <a:tailEnd len="sm" w="sm" type="none"/>
          </a:ln>
        </p:spPr>
      </p:cxnSp>
      <p:sp>
        <p:nvSpPr>
          <p:cNvPr id="183" name="Google Shape;183;p31"/>
          <p:cNvSpPr/>
          <p:nvPr/>
        </p:nvSpPr>
        <p:spPr>
          <a:xfrm>
            <a:off x="5716595" y="2139126"/>
            <a:ext cx="205650" cy="205650"/>
          </a:xfrm>
          <a:prstGeom prst="ellipse">
            <a:avLst/>
          </a:prstGeom>
          <a:solidFill>
            <a:srgbClr val="0F76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rPr b="0" i="0" lang="es" sz="800" u="none" cap="none" strike="noStrike">
                <a:solidFill>
                  <a:srgbClr val="FFFFFF"/>
                </a:solidFill>
                <a:latin typeface="Helvetica Neue"/>
                <a:ea typeface="Helvetica Neue"/>
                <a:cs typeface="Helvetica Neue"/>
                <a:sym typeface="Helvetica Neue"/>
              </a:rPr>
              <a:t>1</a:t>
            </a:r>
            <a:endParaRPr sz="500"/>
          </a:p>
        </p:txBody>
      </p:sp>
      <p:sp>
        <p:nvSpPr>
          <p:cNvPr id="186" name="Google Shape;186;p31"/>
          <p:cNvSpPr/>
          <p:nvPr/>
        </p:nvSpPr>
        <p:spPr>
          <a:xfrm>
            <a:off x="5961665" y="2769306"/>
            <a:ext cx="435938" cy="435938"/>
          </a:xfrm>
          <a:prstGeom prst="ellipse">
            <a:avLst/>
          </a:prstGeom>
          <a:solidFill>
            <a:srgbClr val="1B39F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rPr b="0" i="0" lang="es" sz="800" u="none" cap="none" strike="noStrike">
                <a:solidFill>
                  <a:srgbClr val="FFFFFF"/>
                </a:solidFill>
                <a:latin typeface="Helvetica Neue"/>
                <a:ea typeface="Helvetica Neue"/>
                <a:cs typeface="Helvetica Neue"/>
                <a:sym typeface="Helvetica Neue"/>
              </a:rPr>
              <a:t>2</a:t>
            </a:r>
            <a:endParaRPr sz="500"/>
          </a:p>
        </p:txBody>
      </p:sp>
      <p:sp>
        <p:nvSpPr>
          <p:cNvPr id="190" name="Google Shape;190;p31"/>
          <p:cNvSpPr/>
          <p:nvPr/>
        </p:nvSpPr>
        <p:spPr>
          <a:xfrm>
            <a:off x="6661622" y="2565572"/>
            <a:ext cx="410850" cy="410850"/>
          </a:xfrm>
          <a:prstGeom prst="ellipse">
            <a:avLst/>
          </a:prstGeom>
          <a:solidFill>
            <a:srgbClr val="2486CC"/>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rPr b="0" i="0" lang="es" sz="800" u="none" cap="none" strike="noStrike">
                <a:solidFill>
                  <a:srgbClr val="FFFFFF"/>
                </a:solidFill>
                <a:latin typeface="Helvetica Neue"/>
                <a:ea typeface="Helvetica Neue"/>
                <a:cs typeface="Helvetica Neue"/>
                <a:sym typeface="Helvetica Neue"/>
              </a:rPr>
              <a:t>2</a:t>
            </a:r>
            <a:endParaRPr sz="500"/>
          </a:p>
        </p:txBody>
      </p:sp>
      <p:sp>
        <p:nvSpPr>
          <p:cNvPr id="188" name="Google Shape;188;p31"/>
          <p:cNvSpPr/>
          <p:nvPr/>
        </p:nvSpPr>
        <p:spPr>
          <a:xfrm>
            <a:off x="6676238" y="1885026"/>
            <a:ext cx="205650" cy="205650"/>
          </a:xfrm>
          <a:prstGeom prst="ellipse">
            <a:avLst/>
          </a:prstGeom>
          <a:solidFill>
            <a:srgbClr val="2479E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rPr b="0" i="0" lang="es" sz="800" u="none" cap="none" strike="noStrike">
                <a:solidFill>
                  <a:srgbClr val="FFFFFF"/>
                </a:solidFill>
                <a:latin typeface="Helvetica Neue"/>
                <a:ea typeface="Helvetica Neue"/>
                <a:cs typeface="Helvetica Neue"/>
                <a:sym typeface="Helvetica Neue"/>
              </a:rPr>
              <a:t>1</a:t>
            </a:r>
            <a:endParaRPr sz="500"/>
          </a:p>
        </p:txBody>
      </p:sp>
      <p:sp>
        <p:nvSpPr>
          <p:cNvPr id="193" name="Google Shape;193;p31"/>
          <p:cNvSpPr/>
          <p:nvPr/>
        </p:nvSpPr>
        <p:spPr>
          <a:xfrm>
            <a:off x="7159773" y="2163882"/>
            <a:ext cx="340313" cy="340313"/>
          </a:xfrm>
          <a:prstGeom prst="ellipse">
            <a:avLst/>
          </a:prstGeom>
          <a:solidFill>
            <a:srgbClr val="1B39F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rPr b="0" i="0" lang="es" sz="800" u="none" cap="none" strike="noStrike">
                <a:solidFill>
                  <a:srgbClr val="FFFFFF"/>
                </a:solidFill>
                <a:latin typeface="Helvetica Neue"/>
                <a:ea typeface="Helvetica Neue"/>
                <a:cs typeface="Helvetica Neue"/>
                <a:sym typeface="Helvetica Neue"/>
              </a:rPr>
              <a:t>1</a:t>
            </a:r>
            <a:endParaRPr sz="500"/>
          </a:p>
        </p:txBody>
      </p:sp>
      <p:sp>
        <p:nvSpPr>
          <p:cNvPr id="195" name="Google Shape;195;p31"/>
          <p:cNvSpPr/>
          <p:nvPr/>
        </p:nvSpPr>
        <p:spPr>
          <a:xfrm>
            <a:off x="7089987" y="1664193"/>
            <a:ext cx="410063" cy="410063"/>
          </a:xfrm>
          <a:prstGeom prst="ellipse">
            <a:avLst/>
          </a:prstGeom>
          <a:solidFill>
            <a:srgbClr val="1B39F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rPr b="0" i="0" lang="es" sz="800" u="none" cap="none" strike="noStrike">
                <a:solidFill>
                  <a:srgbClr val="FFFFFF"/>
                </a:solidFill>
                <a:latin typeface="Helvetica Neue"/>
                <a:ea typeface="Helvetica Neue"/>
                <a:cs typeface="Helvetica Neue"/>
                <a:sym typeface="Helvetica Neue"/>
              </a:rPr>
              <a:t>1</a:t>
            </a:r>
            <a:endParaRPr sz="500"/>
          </a:p>
        </p:txBody>
      </p:sp>
      <p:sp>
        <p:nvSpPr>
          <p:cNvPr id="184" name="Google Shape;184;p31"/>
          <p:cNvSpPr/>
          <p:nvPr/>
        </p:nvSpPr>
        <p:spPr>
          <a:xfrm>
            <a:off x="6047779" y="2040219"/>
            <a:ext cx="587588" cy="587588"/>
          </a:xfrm>
          <a:prstGeom prst="ellipse">
            <a:avLst/>
          </a:prstGeom>
          <a:solidFill>
            <a:srgbClr val="6FA8E7"/>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rPr b="0" i="0" lang="es" sz="800" u="none" cap="none" strike="noStrike">
                <a:solidFill>
                  <a:srgbClr val="FFFFFF"/>
                </a:solidFill>
                <a:latin typeface="Helvetica Neue"/>
                <a:ea typeface="Helvetica Neue"/>
                <a:cs typeface="Helvetica Neue"/>
                <a:sym typeface="Helvetica Neue"/>
              </a:rPr>
              <a:t>5</a:t>
            </a:r>
            <a:endParaRPr sz="500"/>
          </a:p>
        </p:txBody>
      </p:sp>
      <p:sp>
        <p:nvSpPr>
          <p:cNvPr id="197" name="Google Shape;197;p31"/>
          <p:cNvSpPr/>
          <p:nvPr/>
        </p:nvSpPr>
        <p:spPr>
          <a:xfrm>
            <a:off x="5777037" y="3632905"/>
            <a:ext cx="205650" cy="205650"/>
          </a:xfrm>
          <a:prstGeom prst="ellipse">
            <a:avLst/>
          </a:prstGeom>
          <a:solidFill>
            <a:srgbClr val="0F76FF">
              <a:alpha val="2275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198" name="Google Shape;198;p31"/>
          <p:cNvSpPr/>
          <p:nvPr/>
        </p:nvSpPr>
        <p:spPr>
          <a:xfrm>
            <a:off x="6108221" y="3533998"/>
            <a:ext cx="587588" cy="587588"/>
          </a:xfrm>
          <a:prstGeom prst="ellipse">
            <a:avLst/>
          </a:prstGeom>
          <a:solidFill>
            <a:srgbClr val="6FA8E7"/>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200" name="Google Shape;200;p31"/>
          <p:cNvSpPr/>
          <p:nvPr/>
        </p:nvSpPr>
        <p:spPr>
          <a:xfrm>
            <a:off x="6022107" y="4263086"/>
            <a:ext cx="435938" cy="435938"/>
          </a:xfrm>
          <a:prstGeom prst="ellipse">
            <a:avLst/>
          </a:prstGeom>
          <a:solidFill>
            <a:srgbClr val="1B39F5"/>
          </a:solidFill>
          <a:ln cap="flat" cmpd="sng" w="28575">
            <a:solidFill>
              <a:srgbClr val="B41600"/>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rPr b="0" i="0" lang="es" sz="800" u="none" cap="none" strike="noStrike">
                <a:solidFill>
                  <a:srgbClr val="FFFFFF"/>
                </a:solidFill>
                <a:latin typeface="Helvetica Neue"/>
                <a:ea typeface="Helvetica Neue"/>
                <a:cs typeface="Helvetica Neue"/>
                <a:sym typeface="Helvetica Neue"/>
              </a:rPr>
              <a:t>A</a:t>
            </a:r>
            <a:endParaRPr sz="500"/>
          </a:p>
        </p:txBody>
      </p:sp>
      <p:sp>
        <p:nvSpPr>
          <p:cNvPr id="204" name="Google Shape;204;p31"/>
          <p:cNvSpPr/>
          <p:nvPr/>
        </p:nvSpPr>
        <p:spPr>
          <a:xfrm>
            <a:off x="6722063" y="4059351"/>
            <a:ext cx="410850" cy="410850"/>
          </a:xfrm>
          <a:prstGeom prst="ellipse">
            <a:avLst/>
          </a:prstGeom>
          <a:solidFill>
            <a:srgbClr val="2486CC">
              <a:alpha val="2275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207" name="Google Shape;207;p31"/>
          <p:cNvSpPr/>
          <p:nvPr/>
        </p:nvSpPr>
        <p:spPr>
          <a:xfrm>
            <a:off x="7220215" y="3657662"/>
            <a:ext cx="340313" cy="340313"/>
          </a:xfrm>
          <a:prstGeom prst="ellipse">
            <a:avLst/>
          </a:prstGeom>
          <a:solidFill>
            <a:srgbClr val="1B39F5">
              <a:alpha val="2275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209" name="Google Shape;209;p31"/>
          <p:cNvSpPr/>
          <p:nvPr/>
        </p:nvSpPr>
        <p:spPr>
          <a:xfrm>
            <a:off x="7150429" y="3157972"/>
            <a:ext cx="410063" cy="410063"/>
          </a:xfrm>
          <a:prstGeom prst="ellipse">
            <a:avLst/>
          </a:prstGeom>
          <a:solidFill>
            <a:srgbClr val="1B39F5"/>
          </a:solidFill>
          <a:ln cap="flat" cmpd="sng" w="28575">
            <a:solidFill>
              <a:srgbClr val="B41600"/>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rPr b="0" i="0" lang="es" sz="800" u="none" cap="none" strike="noStrike">
                <a:solidFill>
                  <a:srgbClr val="FFFFFF"/>
                </a:solidFill>
                <a:latin typeface="Helvetica Neue"/>
                <a:ea typeface="Helvetica Neue"/>
                <a:cs typeface="Helvetica Neue"/>
                <a:sym typeface="Helvetica Neue"/>
              </a:rPr>
              <a:t>B</a:t>
            </a:r>
            <a:endParaRPr sz="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marR="0" rtl="0" algn="l">
              <a:lnSpc>
                <a:spcPct val="80000"/>
              </a:lnSpc>
              <a:spcBef>
                <a:spcPts val="0"/>
              </a:spcBef>
              <a:spcAft>
                <a:spcPts val="0"/>
              </a:spcAft>
              <a:buClr>
                <a:srgbClr val="5E5E5E"/>
              </a:buClr>
              <a:buSzPts val="3200"/>
              <a:buFont typeface="Helvetica Neue"/>
              <a:buNone/>
            </a:pPr>
            <a:r>
              <a:rPr lang="es">
                <a:solidFill>
                  <a:srgbClr val="5E5E5E"/>
                </a:solidFill>
              </a:rPr>
              <a:t>Some Topological Features</a:t>
            </a:r>
            <a:endParaRPr/>
          </a:p>
        </p:txBody>
      </p:sp>
      <p:sp>
        <p:nvSpPr>
          <p:cNvPr id="215" name="Google Shape;215;p32"/>
          <p:cNvSpPr txBox="1"/>
          <p:nvPr>
            <p:ph idx="2" type="body"/>
          </p:nvPr>
        </p:nvSpPr>
        <p:spPr>
          <a:xfrm>
            <a:off x="452438" y="1241111"/>
            <a:ext cx="3790500" cy="3448200"/>
          </a:xfrm>
          <a:prstGeom prst="rect">
            <a:avLst/>
          </a:prstGeom>
          <a:noFill/>
          <a:ln>
            <a:noFill/>
          </a:ln>
        </p:spPr>
        <p:txBody>
          <a:bodyPr anchorCtr="0" anchor="t" bIns="19050" lIns="19050" spcFirstLastPara="1" rIns="19050" wrap="square" tIns="19050">
            <a:normAutofit fontScale="77500" lnSpcReduction="20000"/>
          </a:bodyPr>
          <a:lstStyle/>
          <a:p>
            <a:pPr indent="-109855" lvl="0" marL="127000" rtl="0" algn="l">
              <a:lnSpc>
                <a:spcPct val="90000"/>
              </a:lnSpc>
              <a:spcBef>
                <a:spcPts val="0"/>
              </a:spcBef>
              <a:spcAft>
                <a:spcPts val="0"/>
              </a:spcAft>
              <a:buClr>
                <a:srgbClr val="000000"/>
              </a:buClr>
              <a:buSzPct val="120000"/>
              <a:buFont typeface="Helvetica Neue"/>
              <a:buChar char="●"/>
            </a:pPr>
            <a:r>
              <a:rPr b="1" lang="es" sz="1000"/>
              <a:t>Centrality — </a:t>
            </a:r>
            <a:r>
              <a:rPr b="0" lang="es"/>
              <a:t>set of metrics that determine the importance or influence of a node within a network. Different centrality measures highlight different aspects of importance based on the network’s structure</a:t>
            </a:r>
            <a:endParaRPr b="0"/>
          </a:p>
          <a:p>
            <a:pPr indent="-109855" lvl="1" marL="254000" rtl="0" algn="l">
              <a:lnSpc>
                <a:spcPct val="90000"/>
              </a:lnSpc>
              <a:spcBef>
                <a:spcPts val="900"/>
              </a:spcBef>
              <a:spcAft>
                <a:spcPts val="0"/>
              </a:spcAft>
              <a:buClr>
                <a:srgbClr val="000000"/>
              </a:buClr>
              <a:buSzPct val="120000"/>
              <a:buFont typeface="Helvetica Neue"/>
              <a:buChar char="○"/>
            </a:pPr>
            <a:r>
              <a:rPr b="1" lang="es" sz="1000"/>
              <a:t>Betweenness Centrality</a:t>
            </a:r>
            <a:r>
              <a:rPr b="0" lang="es"/>
              <a:t>: Reflects the frequency with which a node appears on the shortest paths between other nodes. Important for identifying key regulators or bottlenecks in pathways.</a:t>
            </a:r>
            <a:endParaRPr b="0"/>
          </a:p>
          <a:p>
            <a:pPr indent="-109855" lvl="1" marL="254000" rtl="0" algn="l">
              <a:lnSpc>
                <a:spcPct val="90000"/>
              </a:lnSpc>
              <a:spcBef>
                <a:spcPts val="900"/>
              </a:spcBef>
              <a:spcAft>
                <a:spcPts val="0"/>
              </a:spcAft>
              <a:buClr>
                <a:srgbClr val="000000"/>
              </a:buClr>
              <a:buSzPct val="120000"/>
              <a:buFont typeface="Helvetica Neue"/>
              <a:buChar char="○"/>
            </a:pPr>
            <a:r>
              <a:rPr b="1" lang="es" sz="1000"/>
              <a:t>Closeness Centrality</a:t>
            </a:r>
            <a:r>
              <a:rPr b="0" lang="es"/>
              <a:t>: Measures how close a node is to all other nodes, indicating its ability to quickly interact or influence others.</a:t>
            </a:r>
            <a:endParaRPr b="0"/>
          </a:p>
          <a:p>
            <a:pPr indent="-109855" lvl="1" marL="254000" rtl="0" algn="l">
              <a:lnSpc>
                <a:spcPct val="90000"/>
              </a:lnSpc>
              <a:spcBef>
                <a:spcPts val="900"/>
              </a:spcBef>
              <a:spcAft>
                <a:spcPts val="0"/>
              </a:spcAft>
              <a:buClr>
                <a:srgbClr val="000000"/>
              </a:buClr>
              <a:buSzPct val="120000"/>
              <a:buFont typeface="Helvetica Neue"/>
              <a:buChar char="○"/>
            </a:pPr>
            <a:r>
              <a:rPr b="1" lang="es" sz="1000"/>
              <a:t>Degree Centrality</a:t>
            </a:r>
            <a:r>
              <a:rPr b="0" lang="es"/>
              <a:t>: Identifies the most connected nodes, which may play pivotal roles in stability or robustness.</a:t>
            </a:r>
            <a:endParaRPr b="0"/>
          </a:p>
          <a:p>
            <a:pPr indent="-109855" lvl="1" marL="254000" rtl="0" algn="l">
              <a:lnSpc>
                <a:spcPct val="90000"/>
              </a:lnSpc>
              <a:spcBef>
                <a:spcPts val="900"/>
              </a:spcBef>
              <a:spcAft>
                <a:spcPts val="0"/>
              </a:spcAft>
              <a:buClr>
                <a:srgbClr val="000000"/>
              </a:buClr>
              <a:buSzPct val="120000"/>
              <a:buFont typeface="Helvetica Neue"/>
              <a:buChar char="○"/>
            </a:pPr>
            <a:r>
              <a:rPr b="1" lang="es" sz="1000"/>
              <a:t>Eigenvector Centrality</a:t>
            </a:r>
            <a:r>
              <a:rPr b="0" lang="es"/>
              <a:t>: Considers the influence of a node based on the importance of its neighbors, helping locate influential components in signaling or metabolic networks.</a:t>
            </a:r>
            <a:endParaRPr b="0"/>
          </a:p>
          <a:p>
            <a:pPr indent="-109855" lvl="0" marL="127000" rtl="0" algn="l">
              <a:lnSpc>
                <a:spcPct val="90000"/>
              </a:lnSpc>
              <a:spcBef>
                <a:spcPts val="900"/>
              </a:spcBef>
              <a:spcAft>
                <a:spcPts val="0"/>
              </a:spcAft>
              <a:buClr>
                <a:srgbClr val="000000"/>
              </a:buClr>
              <a:buSzPct val="120000"/>
              <a:buFont typeface="Helvetica Neue"/>
              <a:buChar char="●"/>
            </a:pPr>
            <a:r>
              <a:rPr b="1" lang="es" sz="1000"/>
              <a:t>Community </a:t>
            </a:r>
            <a:r>
              <a:rPr lang="es" sz="1000"/>
              <a:t>—</a:t>
            </a:r>
            <a:r>
              <a:rPr b="0" lang="es" sz="1000"/>
              <a:t> clusters or groups of nodes within a network that are more densely connected to each other than to nodes outside the group. These clusters, or communities, are also known as modules or sub-networks</a:t>
            </a:r>
            <a:endParaRPr/>
          </a:p>
        </p:txBody>
      </p:sp>
      <p:pic>
        <p:nvPicPr>
          <p:cNvPr descr="pasted-movie.png" id="216" name="Google Shape;216;p32"/>
          <p:cNvPicPr preferRelativeResize="0"/>
          <p:nvPr/>
        </p:nvPicPr>
        <p:blipFill rotWithShape="1">
          <a:blip r:embed="rId3">
            <a:alphaModFix/>
          </a:blip>
          <a:srcRect b="0" l="0" r="0" t="0"/>
          <a:stretch/>
        </p:blipFill>
        <p:spPr>
          <a:xfrm>
            <a:off x="4790038" y="1038225"/>
            <a:ext cx="3711854" cy="1973833"/>
          </a:xfrm>
          <a:prstGeom prst="rect">
            <a:avLst/>
          </a:prstGeom>
          <a:noFill/>
          <a:ln>
            <a:noFill/>
          </a:ln>
        </p:spPr>
      </p:pic>
      <p:sp>
        <p:nvSpPr>
          <p:cNvPr id="217" name="Google Shape;217;p32"/>
          <p:cNvSpPr txBox="1"/>
          <p:nvPr/>
        </p:nvSpPr>
        <p:spPr>
          <a:xfrm>
            <a:off x="5672931" y="4984363"/>
            <a:ext cx="3463800" cy="2325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700"/>
              <a:buFont typeface="Helvetica Neue"/>
              <a:buNone/>
            </a:pPr>
            <a:r>
              <a:rPr b="0" i="0" lang="es" sz="700" u="none" cap="none" strike="noStrike">
                <a:solidFill>
                  <a:srgbClr val="000000"/>
                </a:solidFill>
                <a:latin typeface="Helvetica Neue"/>
                <a:ea typeface="Helvetica Neue"/>
                <a:cs typeface="Helvetica Neue"/>
                <a:sym typeface="Helvetica Neue"/>
              </a:rPr>
              <a:t>Graph Theory Measures and Their Application to Neurosurgical Eloquence. Cancers 2023</a:t>
            </a:r>
            <a:endParaRPr sz="500"/>
          </a:p>
        </p:txBody>
      </p:sp>
      <p:pic>
        <p:nvPicPr>
          <p:cNvPr descr="pasted-movie.png" id="218" name="Google Shape;218;p32"/>
          <p:cNvPicPr preferRelativeResize="0"/>
          <p:nvPr/>
        </p:nvPicPr>
        <p:blipFill rotWithShape="1">
          <a:blip r:embed="rId4">
            <a:alphaModFix/>
          </a:blip>
          <a:srcRect b="0" l="0" r="0" t="0"/>
          <a:stretch/>
        </p:blipFill>
        <p:spPr>
          <a:xfrm>
            <a:off x="4207565" y="3197951"/>
            <a:ext cx="4876800" cy="1443037"/>
          </a:xfrm>
          <a:prstGeom prst="rect">
            <a:avLst/>
          </a:prstGeom>
          <a:noFill/>
          <a:ln>
            <a:noFill/>
          </a:ln>
        </p:spPr>
      </p:pic>
      <p:sp>
        <p:nvSpPr>
          <p:cNvPr id="219" name="Google Shape;219;p32"/>
          <p:cNvSpPr txBox="1"/>
          <p:nvPr/>
        </p:nvSpPr>
        <p:spPr>
          <a:xfrm>
            <a:off x="7270405" y="4826882"/>
            <a:ext cx="1866000" cy="2325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700"/>
              <a:buFont typeface="Helvetica Neue"/>
              <a:buNone/>
            </a:pPr>
            <a:r>
              <a:rPr b="0" i="0" lang="es" sz="700" u="none" cap="none" strike="noStrike">
                <a:solidFill>
                  <a:srgbClr val="000000"/>
                </a:solidFill>
                <a:latin typeface="Helvetica Neue"/>
                <a:ea typeface="Helvetica Neue"/>
                <a:cs typeface="Helvetica Neue"/>
                <a:sym typeface="Helvetica Neue"/>
              </a:rPr>
              <a:t>https://timbr.ai/community-detection-algorithm/</a:t>
            </a:r>
            <a:endParaRPr sz="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Graphs in Biology</a:t>
            </a:r>
            <a:endParaRPr/>
          </a:p>
        </p:txBody>
      </p:sp>
      <p:sp>
        <p:nvSpPr>
          <p:cNvPr id="225" name="Google Shape;225;p33"/>
          <p:cNvSpPr txBox="1"/>
          <p:nvPr/>
        </p:nvSpPr>
        <p:spPr>
          <a:xfrm>
            <a:off x="5296293" y="441235"/>
            <a:ext cx="2904600" cy="500400"/>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Clr>
                <a:srgbClr val="5E5E5E"/>
              </a:buClr>
              <a:buSzPts val="600"/>
              <a:buFont typeface="Helvetica Neue"/>
              <a:buNone/>
            </a:pPr>
            <a:r>
              <a:rPr b="0" i="0" lang="es" sz="600" u="sng" cap="none" strike="noStrike">
                <a:solidFill>
                  <a:srgbClr val="5E5E5E"/>
                </a:solidFill>
                <a:latin typeface="Helvetica Neue"/>
                <a:ea typeface="Helvetica Neue"/>
                <a:cs typeface="Helvetica Neue"/>
                <a:sym typeface="Helvetica Neue"/>
                <a:hlinkClick r:id="rId3">
                  <a:extLst>
                    <a:ext uri="{A12FA001-AC4F-418D-AE19-62706E023703}">
                      <ahyp:hlinkClr val="tx"/>
                    </a:ext>
                  </a:extLst>
                </a:hlinkClick>
              </a:rPr>
              <a:t>https://towardsdatascience.com/umap-for-data-integration-50b5cfa4cdcd</a:t>
            </a:r>
            <a:endParaRPr sz="500"/>
          </a:p>
          <a:p>
            <a:pPr indent="0" lvl="0" marL="0" marR="0" rtl="0" algn="l">
              <a:lnSpc>
                <a:spcPct val="100000"/>
              </a:lnSpc>
              <a:spcBef>
                <a:spcPts val="0"/>
              </a:spcBef>
              <a:spcAft>
                <a:spcPts val="0"/>
              </a:spcAft>
              <a:buClr>
                <a:srgbClr val="5E5E5E"/>
              </a:buClr>
              <a:buSzPts val="600"/>
              <a:buFont typeface="Helvetica Neue"/>
              <a:buNone/>
            </a:pPr>
            <a:r>
              <a:rPr b="0" i="0" lang="es" sz="600" u="sng" cap="none" strike="noStrike">
                <a:solidFill>
                  <a:srgbClr val="5E5E5E"/>
                </a:solidFill>
                <a:latin typeface="Helvetica Neue"/>
                <a:ea typeface="Helvetica Neue"/>
                <a:cs typeface="Helvetica Neue"/>
                <a:sym typeface="Helvetica Neue"/>
                <a:hlinkClick r:id="rId4">
                  <a:extLst>
                    <a:ext uri="{A12FA001-AC4F-418D-AE19-62706E023703}">
                      <ahyp:hlinkClr val="tx"/>
                    </a:ext>
                  </a:extLst>
                </a:hlinkClick>
              </a:rPr>
              <a:t>http://snap.stanford.edu/deepnetbio-ismb/ipynb/Human+Disease+Network.html</a:t>
            </a:r>
            <a:endParaRPr sz="500"/>
          </a:p>
          <a:p>
            <a:pPr indent="0" lvl="0" marL="0" marR="0" rtl="0" algn="l">
              <a:lnSpc>
                <a:spcPct val="100000"/>
              </a:lnSpc>
              <a:spcBef>
                <a:spcPts val="0"/>
              </a:spcBef>
              <a:spcAft>
                <a:spcPts val="0"/>
              </a:spcAft>
              <a:buClr>
                <a:srgbClr val="5E5E5E"/>
              </a:buClr>
              <a:buSzPts val="600"/>
              <a:buFont typeface="Helvetica Neue"/>
              <a:buNone/>
            </a:pPr>
            <a:r>
              <a:rPr b="0" i="0" lang="es" sz="600" u="sng" cap="none" strike="noStrike">
                <a:solidFill>
                  <a:srgbClr val="5E5E5E"/>
                </a:solidFill>
                <a:latin typeface="Helvetica Neue"/>
                <a:ea typeface="Helvetica Neue"/>
                <a:cs typeface="Helvetica Neue"/>
                <a:sym typeface="Helvetica Neue"/>
                <a:hlinkClick r:id="rId5">
                  <a:extLst>
                    <a:ext uri="{A12FA001-AC4F-418D-AE19-62706E023703}">
                      <ahyp:hlinkClr val="tx"/>
                    </a:ext>
                  </a:extLst>
                </a:hlinkClick>
              </a:rPr>
              <a:t>https://cytoscape.org/cytoscape-tutorials/presentations/ppi-tools1-2017-mpi.html#/</a:t>
            </a:r>
            <a:endParaRPr sz="500"/>
          </a:p>
          <a:p>
            <a:pPr indent="0" lvl="0" marL="0" marR="0" rtl="0" algn="l">
              <a:lnSpc>
                <a:spcPct val="100000"/>
              </a:lnSpc>
              <a:spcBef>
                <a:spcPts val="0"/>
              </a:spcBef>
              <a:spcAft>
                <a:spcPts val="0"/>
              </a:spcAft>
              <a:buClr>
                <a:srgbClr val="5E5E5E"/>
              </a:buClr>
              <a:buSzPts val="600"/>
              <a:buFont typeface="Helvetica Neue"/>
              <a:buNone/>
            </a:pPr>
            <a:r>
              <a:rPr b="0" i="0" lang="es" sz="600" u="sng" cap="none" strike="noStrike">
                <a:solidFill>
                  <a:srgbClr val="5E5E5E"/>
                </a:solidFill>
                <a:latin typeface="Helvetica Neue"/>
                <a:ea typeface="Helvetica Neue"/>
                <a:cs typeface="Helvetica Neue"/>
                <a:sym typeface="Helvetica Neue"/>
                <a:hlinkClick r:id="rId6">
                  <a:extLst>
                    <a:ext uri="{A12FA001-AC4F-418D-AE19-62706E023703}">
                      <ahyp:hlinkClr val="tx"/>
                    </a:ext>
                  </a:extLst>
                </a:hlinkClick>
              </a:rPr>
              <a:t>https://en.wikipedia.org/wiki/Metabolic_network</a:t>
            </a:r>
            <a:endParaRPr sz="500"/>
          </a:p>
          <a:p>
            <a:pPr indent="0" lvl="0" marL="0" marR="0" rtl="0" algn="l">
              <a:lnSpc>
                <a:spcPct val="100000"/>
              </a:lnSpc>
              <a:spcBef>
                <a:spcPts val="0"/>
              </a:spcBef>
              <a:spcAft>
                <a:spcPts val="0"/>
              </a:spcAft>
              <a:buClr>
                <a:srgbClr val="5E5E5E"/>
              </a:buClr>
              <a:buSzPts val="600"/>
              <a:buFont typeface="Helvetica Neue"/>
              <a:buNone/>
            </a:pPr>
            <a:r>
              <a:rPr b="0" i="0" lang="es" sz="600" u="sng" cap="none" strike="noStrike">
                <a:solidFill>
                  <a:srgbClr val="5E5E5E"/>
                </a:solidFill>
                <a:latin typeface="Helvetica Neue"/>
                <a:ea typeface="Helvetica Neue"/>
                <a:cs typeface="Helvetica Neue"/>
                <a:sym typeface="Helvetica Neue"/>
                <a:hlinkClick r:id="rId7">
                  <a:extLst>
                    <a:ext uri="{A12FA001-AC4F-418D-AE19-62706E023703}">
                      <ahyp:hlinkClr val="tx"/>
                    </a:ext>
                  </a:extLst>
                </a:hlinkClick>
              </a:rPr>
              <a:t>https://www.scienceandfood.org/the-flavor-network/</a:t>
            </a:r>
            <a:endParaRPr sz="500"/>
          </a:p>
        </p:txBody>
      </p:sp>
      <p:pic>
        <p:nvPicPr>
          <p:cNvPr descr="Screenshot 2023-06-14 at 16.31.48.png" id="226" name="Google Shape;226;p33"/>
          <p:cNvPicPr preferRelativeResize="0"/>
          <p:nvPr/>
        </p:nvPicPr>
        <p:blipFill rotWithShape="1">
          <a:blip r:embed="rId8">
            <a:alphaModFix/>
          </a:blip>
          <a:srcRect b="0" l="0" r="0" t="0"/>
          <a:stretch/>
        </p:blipFill>
        <p:spPr>
          <a:xfrm>
            <a:off x="694588" y="962596"/>
            <a:ext cx="7754823" cy="41724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type="title"/>
          </p:nvPr>
        </p:nvSpPr>
        <p:spPr>
          <a:xfrm>
            <a:off x="452438" y="2303032"/>
            <a:ext cx="8239200" cy="537300"/>
          </a:xfrm>
          <a:prstGeom prst="rect">
            <a:avLst/>
          </a:prstGeom>
          <a:noFill/>
          <a:ln>
            <a:noFill/>
          </a:ln>
        </p:spPr>
        <p:txBody>
          <a:bodyPr anchorCtr="0" anchor="t" bIns="19050" lIns="19050" spcFirstLastPara="1" rIns="19050" wrap="square" tIns="19050">
            <a:normAutofit/>
          </a:bodyPr>
          <a:lstStyle/>
          <a:p>
            <a:pPr indent="0" lvl="0" marL="0" marR="0" rtl="0" algn="ctr">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Omics Networks</a:t>
            </a:r>
            <a:endParaRPr/>
          </a:p>
        </p:txBody>
      </p:sp>
      <p:grpSp>
        <p:nvGrpSpPr>
          <p:cNvPr id="232" name="Google Shape;232;p34"/>
          <p:cNvGrpSpPr/>
          <p:nvPr/>
        </p:nvGrpSpPr>
        <p:grpSpPr>
          <a:xfrm>
            <a:off x="3258510" y="3049396"/>
            <a:ext cx="544162" cy="544163"/>
            <a:chOff x="0" y="0"/>
            <a:chExt cx="1451100" cy="1451100"/>
          </a:xfrm>
        </p:grpSpPr>
        <p:sp>
          <p:nvSpPr>
            <p:cNvPr id="233" name="Google Shape;233;p34"/>
            <p:cNvSpPr/>
            <p:nvPr/>
          </p:nvSpPr>
          <p:spPr>
            <a:xfrm>
              <a:off x="0" y="0"/>
              <a:ext cx="1451100" cy="1451100"/>
            </a:xfrm>
            <a:prstGeom prst="ellipse">
              <a:avLst/>
            </a:prstGeom>
            <a:solidFill>
              <a:srgbClr val="004C7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34" name="Google Shape;234;p34"/>
            <p:cNvSpPr/>
            <p:nvPr/>
          </p:nvSpPr>
          <p:spPr>
            <a:xfrm flipH="1" rot="-2700000">
              <a:off x="574506" y="290070"/>
              <a:ext cx="302110" cy="828206"/>
            </a:xfrm>
            <a:custGeom>
              <a:rect b="b" l="l" r="r" t="t"/>
              <a:pathLst>
                <a:path extrusionOk="0" h="21600" w="21600">
                  <a:moveTo>
                    <a:pt x="0" y="0"/>
                  </a:moveTo>
                  <a:cubicBezTo>
                    <a:pt x="0" y="723"/>
                    <a:pt x="649" y="1419"/>
                    <a:pt x="1816" y="2036"/>
                  </a:cubicBezTo>
                  <a:cubicBezTo>
                    <a:pt x="2984" y="2652"/>
                    <a:pt x="4669" y="3188"/>
                    <a:pt x="6740" y="3591"/>
                  </a:cubicBezTo>
                  <a:cubicBezTo>
                    <a:pt x="2597" y="4395"/>
                    <a:pt x="0" y="5732"/>
                    <a:pt x="0" y="7189"/>
                  </a:cubicBezTo>
                  <a:cubicBezTo>
                    <a:pt x="0" y="8647"/>
                    <a:pt x="2599" y="9985"/>
                    <a:pt x="6750" y="10788"/>
                  </a:cubicBezTo>
                  <a:cubicBezTo>
                    <a:pt x="2599" y="11592"/>
                    <a:pt x="0" y="12931"/>
                    <a:pt x="0" y="14389"/>
                  </a:cubicBezTo>
                  <a:cubicBezTo>
                    <a:pt x="0" y="15850"/>
                    <a:pt x="2611" y="17189"/>
                    <a:pt x="6773" y="17992"/>
                  </a:cubicBezTo>
                  <a:cubicBezTo>
                    <a:pt x="4692" y="18396"/>
                    <a:pt x="2998" y="18935"/>
                    <a:pt x="1826" y="19555"/>
                  </a:cubicBezTo>
                  <a:cubicBezTo>
                    <a:pt x="653" y="20175"/>
                    <a:pt x="0" y="20875"/>
                    <a:pt x="0" y="21600"/>
                  </a:cubicBezTo>
                  <a:lnTo>
                    <a:pt x="2993" y="21600"/>
                  </a:lnTo>
                  <a:cubicBezTo>
                    <a:pt x="2993" y="21460"/>
                    <a:pt x="3027" y="21323"/>
                    <a:pt x="3093" y="21188"/>
                  </a:cubicBezTo>
                  <a:cubicBezTo>
                    <a:pt x="3158" y="21052"/>
                    <a:pt x="3255" y="20920"/>
                    <a:pt x="3382" y="20790"/>
                  </a:cubicBezTo>
                  <a:lnTo>
                    <a:pt x="18214" y="20790"/>
                  </a:lnTo>
                  <a:cubicBezTo>
                    <a:pt x="18340" y="20920"/>
                    <a:pt x="18437" y="21052"/>
                    <a:pt x="18503" y="21188"/>
                  </a:cubicBezTo>
                  <a:cubicBezTo>
                    <a:pt x="18568" y="21323"/>
                    <a:pt x="18602" y="21460"/>
                    <a:pt x="18602" y="21600"/>
                  </a:cubicBezTo>
                  <a:lnTo>
                    <a:pt x="21600" y="21600"/>
                  </a:lnTo>
                  <a:cubicBezTo>
                    <a:pt x="21600" y="20875"/>
                    <a:pt x="20947" y="20175"/>
                    <a:pt x="19773" y="19556"/>
                  </a:cubicBezTo>
                  <a:cubicBezTo>
                    <a:pt x="18599" y="18936"/>
                    <a:pt x="16904" y="18397"/>
                    <a:pt x="14823" y="17994"/>
                  </a:cubicBezTo>
                  <a:cubicBezTo>
                    <a:pt x="18986" y="17191"/>
                    <a:pt x="21600" y="15850"/>
                    <a:pt x="21600" y="14389"/>
                  </a:cubicBezTo>
                  <a:cubicBezTo>
                    <a:pt x="21600" y="12931"/>
                    <a:pt x="18996" y="11592"/>
                    <a:pt x="14846" y="10788"/>
                  </a:cubicBezTo>
                  <a:cubicBezTo>
                    <a:pt x="18997" y="9985"/>
                    <a:pt x="21600" y="8647"/>
                    <a:pt x="21600" y="7189"/>
                  </a:cubicBezTo>
                  <a:cubicBezTo>
                    <a:pt x="21600" y="5732"/>
                    <a:pt x="19003" y="4395"/>
                    <a:pt x="14860" y="3591"/>
                  </a:cubicBezTo>
                  <a:cubicBezTo>
                    <a:pt x="16931" y="3188"/>
                    <a:pt x="18616" y="2652"/>
                    <a:pt x="19784" y="2036"/>
                  </a:cubicBezTo>
                  <a:cubicBezTo>
                    <a:pt x="20951" y="1419"/>
                    <a:pt x="21600" y="723"/>
                    <a:pt x="21600" y="0"/>
                  </a:cubicBezTo>
                  <a:lnTo>
                    <a:pt x="18602" y="0"/>
                  </a:lnTo>
                  <a:cubicBezTo>
                    <a:pt x="18602" y="128"/>
                    <a:pt x="18571" y="256"/>
                    <a:pt x="18511" y="382"/>
                  </a:cubicBezTo>
                  <a:cubicBezTo>
                    <a:pt x="18451" y="508"/>
                    <a:pt x="18362" y="633"/>
                    <a:pt x="18246" y="756"/>
                  </a:cubicBezTo>
                  <a:lnTo>
                    <a:pt x="3349" y="756"/>
                  </a:lnTo>
                  <a:cubicBezTo>
                    <a:pt x="3233" y="633"/>
                    <a:pt x="3144" y="508"/>
                    <a:pt x="3084" y="382"/>
                  </a:cubicBezTo>
                  <a:cubicBezTo>
                    <a:pt x="3024" y="256"/>
                    <a:pt x="2993" y="128"/>
                    <a:pt x="2993" y="0"/>
                  </a:cubicBezTo>
                  <a:lnTo>
                    <a:pt x="0" y="0"/>
                  </a:lnTo>
                  <a:close/>
                  <a:moveTo>
                    <a:pt x="4252" y="1404"/>
                  </a:moveTo>
                  <a:lnTo>
                    <a:pt x="17348" y="1404"/>
                  </a:lnTo>
                  <a:cubicBezTo>
                    <a:pt x="16685" y="1761"/>
                    <a:pt x="15777" y="2087"/>
                    <a:pt x="14671" y="2364"/>
                  </a:cubicBezTo>
                  <a:cubicBezTo>
                    <a:pt x="13565" y="2641"/>
                    <a:pt x="12262" y="2868"/>
                    <a:pt x="10807" y="3027"/>
                  </a:cubicBezTo>
                  <a:lnTo>
                    <a:pt x="10798" y="3026"/>
                  </a:lnTo>
                  <a:lnTo>
                    <a:pt x="10788" y="3027"/>
                  </a:lnTo>
                  <a:cubicBezTo>
                    <a:pt x="9334" y="2868"/>
                    <a:pt x="8032" y="2641"/>
                    <a:pt x="6927" y="2364"/>
                  </a:cubicBezTo>
                  <a:cubicBezTo>
                    <a:pt x="5822" y="2087"/>
                    <a:pt x="4915" y="1761"/>
                    <a:pt x="4252" y="1404"/>
                  </a:cubicBezTo>
                  <a:close/>
                  <a:moveTo>
                    <a:pt x="10798" y="4161"/>
                  </a:moveTo>
                  <a:cubicBezTo>
                    <a:pt x="12255" y="4320"/>
                    <a:pt x="13561" y="4546"/>
                    <a:pt x="14668" y="4821"/>
                  </a:cubicBezTo>
                  <a:cubicBezTo>
                    <a:pt x="15775" y="5097"/>
                    <a:pt x="16684" y="5421"/>
                    <a:pt x="17348" y="5778"/>
                  </a:cubicBezTo>
                  <a:lnTo>
                    <a:pt x="4247" y="5778"/>
                  </a:lnTo>
                  <a:cubicBezTo>
                    <a:pt x="4911" y="5421"/>
                    <a:pt x="5820" y="5097"/>
                    <a:pt x="6928" y="4821"/>
                  </a:cubicBezTo>
                  <a:cubicBezTo>
                    <a:pt x="8035" y="4546"/>
                    <a:pt x="9340" y="4320"/>
                    <a:pt x="10798" y="4161"/>
                  </a:cubicBezTo>
                  <a:close/>
                  <a:moveTo>
                    <a:pt x="3349" y="6426"/>
                  </a:moveTo>
                  <a:lnTo>
                    <a:pt x="18246" y="6426"/>
                  </a:lnTo>
                  <a:cubicBezTo>
                    <a:pt x="18479" y="6673"/>
                    <a:pt x="18602" y="6929"/>
                    <a:pt x="18602" y="7189"/>
                  </a:cubicBezTo>
                  <a:cubicBezTo>
                    <a:pt x="18602" y="7444"/>
                    <a:pt x="18484" y="7695"/>
                    <a:pt x="18260" y="7938"/>
                  </a:cubicBezTo>
                  <a:lnTo>
                    <a:pt x="3340" y="7938"/>
                  </a:lnTo>
                  <a:cubicBezTo>
                    <a:pt x="3116" y="7695"/>
                    <a:pt x="2993" y="7444"/>
                    <a:pt x="2993" y="7189"/>
                  </a:cubicBezTo>
                  <a:cubicBezTo>
                    <a:pt x="2993" y="6929"/>
                    <a:pt x="3117" y="6673"/>
                    <a:pt x="3349" y="6426"/>
                  </a:cubicBezTo>
                  <a:close/>
                  <a:moveTo>
                    <a:pt x="4224" y="8586"/>
                  </a:moveTo>
                  <a:lnTo>
                    <a:pt x="17376" y="8586"/>
                  </a:lnTo>
                  <a:cubicBezTo>
                    <a:pt x="16714" y="8946"/>
                    <a:pt x="15803" y="9274"/>
                    <a:pt x="14690" y="9552"/>
                  </a:cubicBezTo>
                  <a:cubicBezTo>
                    <a:pt x="13578" y="9830"/>
                    <a:pt x="12264" y="10058"/>
                    <a:pt x="10798" y="10218"/>
                  </a:cubicBezTo>
                  <a:cubicBezTo>
                    <a:pt x="9331" y="10058"/>
                    <a:pt x="8019" y="9830"/>
                    <a:pt x="6907" y="9552"/>
                  </a:cubicBezTo>
                  <a:cubicBezTo>
                    <a:pt x="5796" y="9274"/>
                    <a:pt x="4886" y="8946"/>
                    <a:pt x="4224" y="8586"/>
                  </a:cubicBezTo>
                  <a:close/>
                  <a:moveTo>
                    <a:pt x="10798" y="11360"/>
                  </a:moveTo>
                  <a:cubicBezTo>
                    <a:pt x="12243" y="11518"/>
                    <a:pt x="13539" y="11741"/>
                    <a:pt x="14640" y="12014"/>
                  </a:cubicBezTo>
                  <a:cubicBezTo>
                    <a:pt x="15742" y="12286"/>
                    <a:pt x="16649" y="12607"/>
                    <a:pt x="17316" y="12960"/>
                  </a:cubicBezTo>
                  <a:lnTo>
                    <a:pt x="4284" y="12960"/>
                  </a:lnTo>
                  <a:cubicBezTo>
                    <a:pt x="4951" y="12607"/>
                    <a:pt x="5857" y="12286"/>
                    <a:pt x="6957" y="12014"/>
                  </a:cubicBezTo>
                  <a:cubicBezTo>
                    <a:pt x="8058" y="11742"/>
                    <a:pt x="9353" y="11518"/>
                    <a:pt x="10798" y="11360"/>
                  </a:cubicBezTo>
                  <a:close/>
                  <a:moveTo>
                    <a:pt x="3368" y="13608"/>
                  </a:moveTo>
                  <a:lnTo>
                    <a:pt x="18232" y="13608"/>
                  </a:lnTo>
                  <a:cubicBezTo>
                    <a:pt x="18476" y="13861"/>
                    <a:pt x="18602" y="14123"/>
                    <a:pt x="18602" y="14389"/>
                  </a:cubicBezTo>
                  <a:cubicBezTo>
                    <a:pt x="18602" y="14638"/>
                    <a:pt x="18492" y="14883"/>
                    <a:pt x="18278" y="15120"/>
                  </a:cubicBezTo>
                  <a:lnTo>
                    <a:pt x="3322" y="15120"/>
                  </a:lnTo>
                  <a:cubicBezTo>
                    <a:pt x="3108" y="14883"/>
                    <a:pt x="2993" y="14638"/>
                    <a:pt x="2993" y="14389"/>
                  </a:cubicBezTo>
                  <a:cubicBezTo>
                    <a:pt x="2993" y="14123"/>
                    <a:pt x="3124" y="13861"/>
                    <a:pt x="3368" y="13608"/>
                  </a:cubicBezTo>
                  <a:close/>
                  <a:moveTo>
                    <a:pt x="4191" y="15768"/>
                  </a:moveTo>
                  <a:lnTo>
                    <a:pt x="17409" y="15768"/>
                  </a:lnTo>
                  <a:cubicBezTo>
                    <a:pt x="16749" y="16132"/>
                    <a:pt x="15836" y="16464"/>
                    <a:pt x="14718" y="16744"/>
                  </a:cubicBezTo>
                  <a:cubicBezTo>
                    <a:pt x="13600" y="17025"/>
                    <a:pt x="12277" y="17255"/>
                    <a:pt x="10798" y="17417"/>
                  </a:cubicBezTo>
                  <a:cubicBezTo>
                    <a:pt x="9319" y="17255"/>
                    <a:pt x="7997" y="17025"/>
                    <a:pt x="6880" y="16744"/>
                  </a:cubicBezTo>
                  <a:cubicBezTo>
                    <a:pt x="5763" y="16463"/>
                    <a:pt x="4851" y="16132"/>
                    <a:pt x="4191" y="15768"/>
                  </a:cubicBezTo>
                  <a:close/>
                  <a:moveTo>
                    <a:pt x="10798" y="18571"/>
                  </a:moveTo>
                  <a:cubicBezTo>
                    <a:pt x="12233" y="18728"/>
                    <a:pt x="13522" y="18946"/>
                    <a:pt x="14618" y="19213"/>
                  </a:cubicBezTo>
                  <a:cubicBezTo>
                    <a:pt x="15715" y="19479"/>
                    <a:pt x="16620" y="19793"/>
                    <a:pt x="17288" y="20142"/>
                  </a:cubicBezTo>
                  <a:lnTo>
                    <a:pt x="4307" y="20142"/>
                  </a:lnTo>
                  <a:cubicBezTo>
                    <a:pt x="4976" y="19793"/>
                    <a:pt x="5881" y="19479"/>
                    <a:pt x="6977" y="19213"/>
                  </a:cubicBezTo>
                  <a:cubicBezTo>
                    <a:pt x="8074" y="18946"/>
                    <a:pt x="9362" y="18728"/>
                    <a:pt x="10798" y="18571"/>
                  </a:cubicBezTo>
                  <a:close/>
                </a:path>
              </a:pathLst>
            </a:custGeom>
            <a:solidFill>
              <a:srgbClr val="6FA8E7"/>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235" name="Google Shape;235;p34"/>
          <p:cNvGrpSpPr/>
          <p:nvPr/>
        </p:nvGrpSpPr>
        <p:grpSpPr>
          <a:xfrm>
            <a:off x="3952777" y="3049396"/>
            <a:ext cx="544163" cy="544163"/>
            <a:chOff x="0" y="0"/>
            <a:chExt cx="1451100" cy="1451100"/>
          </a:xfrm>
        </p:grpSpPr>
        <p:sp>
          <p:nvSpPr>
            <p:cNvPr id="236" name="Google Shape;236;p34"/>
            <p:cNvSpPr/>
            <p:nvPr/>
          </p:nvSpPr>
          <p:spPr>
            <a:xfrm>
              <a:off x="0" y="0"/>
              <a:ext cx="1451100" cy="1451100"/>
            </a:xfrm>
            <a:prstGeom prst="ellipse">
              <a:avLst/>
            </a:prstGeom>
            <a:solidFill>
              <a:srgbClr val="006B6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nvGrpSpPr>
            <p:cNvPr id="237" name="Google Shape;237;p34"/>
            <p:cNvGrpSpPr/>
            <p:nvPr/>
          </p:nvGrpSpPr>
          <p:grpSpPr>
            <a:xfrm>
              <a:off x="262149" y="224254"/>
              <a:ext cx="1002630" cy="1002630"/>
              <a:chOff x="14" y="-1"/>
              <a:chExt cx="1002630" cy="1002630"/>
            </a:xfrm>
          </p:grpSpPr>
          <p:sp>
            <p:nvSpPr>
              <p:cNvPr id="238" name="Google Shape;238;p34"/>
              <p:cNvSpPr/>
              <p:nvPr/>
            </p:nvSpPr>
            <p:spPr>
              <a:xfrm rot="2700000">
                <a:off x="319108" y="-25430"/>
                <a:ext cx="364443" cy="1053490"/>
              </a:xfrm>
              <a:custGeom>
                <a:rect b="b" l="l" r="r" t="t"/>
                <a:pathLst>
                  <a:path extrusionOk="0" h="21600" w="20192">
                    <a:moveTo>
                      <a:pt x="122" y="0"/>
                    </a:moveTo>
                    <a:cubicBezTo>
                      <a:pt x="-392" y="990"/>
                      <a:pt x="741" y="1999"/>
                      <a:pt x="3000" y="2562"/>
                    </a:cubicBezTo>
                    <a:cubicBezTo>
                      <a:pt x="5051" y="3074"/>
                      <a:pt x="7632" y="3108"/>
                      <a:pt x="10042" y="3317"/>
                    </a:cubicBezTo>
                    <a:cubicBezTo>
                      <a:pt x="13115" y="3584"/>
                      <a:pt x="15973" y="4155"/>
                      <a:pt x="17932" y="5070"/>
                    </a:cubicBezTo>
                    <a:cubicBezTo>
                      <a:pt x="20408" y="6228"/>
                      <a:pt x="21068" y="7820"/>
                      <a:pt x="18804" y="8998"/>
                    </a:cubicBezTo>
                    <a:cubicBezTo>
                      <a:pt x="16407" y="10245"/>
                      <a:pt x="11872" y="10391"/>
                      <a:pt x="8068" y="10950"/>
                    </a:cubicBezTo>
                    <a:cubicBezTo>
                      <a:pt x="5258" y="11363"/>
                      <a:pt x="2741" y="12046"/>
                      <a:pt x="1315" y="13032"/>
                    </a:cubicBezTo>
                    <a:cubicBezTo>
                      <a:pt x="-532" y="14309"/>
                      <a:pt x="-160" y="15901"/>
                      <a:pt x="2832" y="16772"/>
                    </a:cubicBezTo>
                    <a:cubicBezTo>
                      <a:pt x="5808" y="17638"/>
                      <a:pt x="10047" y="17303"/>
                      <a:pt x="13461" y="17861"/>
                    </a:cubicBezTo>
                    <a:cubicBezTo>
                      <a:pt x="17346" y="18497"/>
                      <a:pt x="19426" y="20076"/>
                      <a:pt x="18385" y="21600"/>
                    </a:cubicBezTo>
                  </a:path>
                </a:pathLst>
              </a:custGeom>
              <a:noFill/>
              <a:ln cap="flat" cmpd="sng" w="14300">
                <a:solidFill>
                  <a:srgbClr val="929292"/>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4C7F"/>
                  </a:buClr>
                  <a:buSzPts val="1400"/>
                  <a:buFont typeface="Helvetica Neue"/>
                  <a:buNone/>
                </a:pPr>
                <a:r>
                  <a:t/>
                </a:r>
                <a:endParaRPr b="1" i="0" sz="1400" u="none" cap="none" strike="noStrike">
                  <a:solidFill>
                    <a:srgbClr val="004C7F"/>
                  </a:solidFill>
                  <a:latin typeface="Helvetica Neue"/>
                  <a:ea typeface="Helvetica Neue"/>
                  <a:cs typeface="Helvetica Neue"/>
                  <a:sym typeface="Helvetica Neue"/>
                </a:endParaRPr>
              </a:p>
            </p:txBody>
          </p:sp>
          <p:cxnSp>
            <p:nvCxnSpPr>
              <p:cNvPr id="239" name="Google Shape;239;p34"/>
              <p:cNvCxnSpPr/>
              <p:nvPr/>
            </p:nvCxnSpPr>
            <p:spPr>
              <a:xfrm>
                <a:off x="719969" y="61323"/>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240" name="Google Shape;240;p34"/>
              <p:cNvCxnSpPr/>
              <p:nvPr/>
            </p:nvCxnSpPr>
            <p:spPr>
              <a:xfrm>
                <a:off x="619864" y="259940"/>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241" name="Google Shape;241;p34"/>
              <p:cNvCxnSpPr/>
              <p:nvPr/>
            </p:nvCxnSpPr>
            <p:spPr>
              <a:xfrm>
                <a:off x="540417" y="339387"/>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242" name="Google Shape;242;p34"/>
              <p:cNvCxnSpPr/>
              <p:nvPr/>
            </p:nvCxnSpPr>
            <p:spPr>
              <a:xfrm>
                <a:off x="314787" y="466504"/>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243" name="Google Shape;243;p34"/>
              <p:cNvCxnSpPr/>
              <p:nvPr/>
            </p:nvCxnSpPr>
            <p:spPr>
              <a:xfrm>
                <a:off x="231436" y="549856"/>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244" name="Google Shape;244;p34"/>
              <p:cNvCxnSpPr/>
              <p:nvPr/>
            </p:nvCxnSpPr>
            <p:spPr>
              <a:xfrm>
                <a:off x="110088" y="769716"/>
                <a:ext cx="171600" cy="171600"/>
              </a:xfrm>
              <a:prstGeom prst="straightConnector1">
                <a:avLst/>
              </a:prstGeom>
              <a:noFill/>
              <a:ln cap="flat" cmpd="sng" w="14300">
                <a:solidFill>
                  <a:srgbClr val="929292"/>
                </a:solidFill>
                <a:prstDash val="solid"/>
                <a:miter lim="400000"/>
                <a:headEnd len="sm" w="sm" type="none"/>
                <a:tailEnd len="sm" w="sm" type="none"/>
              </a:ln>
            </p:spPr>
          </p:cxnSp>
        </p:grpSp>
      </p:grpSp>
      <p:grpSp>
        <p:nvGrpSpPr>
          <p:cNvPr id="245" name="Google Shape;245;p34"/>
          <p:cNvGrpSpPr/>
          <p:nvPr/>
        </p:nvGrpSpPr>
        <p:grpSpPr>
          <a:xfrm>
            <a:off x="4620443" y="3025303"/>
            <a:ext cx="607740" cy="568871"/>
            <a:chOff x="107215" y="95026"/>
            <a:chExt cx="1620641" cy="1516989"/>
          </a:xfrm>
        </p:grpSpPr>
        <p:sp>
          <p:nvSpPr>
            <p:cNvPr id="246" name="Google Shape;246;p34"/>
            <p:cNvSpPr/>
            <p:nvPr/>
          </p:nvSpPr>
          <p:spPr>
            <a:xfrm>
              <a:off x="276756" y="160915"/>
              <a:ext cx="1451100" cy="1451100"/>
            </a:xfrm>
            <a:prstGeom prst="ellipse">
              <a:avLst/>
            </a:prstGeom>
            <a:solidFill>
              <a:srgbClr val="EF700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pic>
          <p:nvPicPr>
            <p:cNvPr descr="pasted-movie.png" id="247" name="Google Shape;247;p34"/>
            <p:cNvPicPr preferRelativeResize="0"/>
            <p:nvPr/>
          </p:nvPicPr>
          <p:blipFill rotWithShape="1">
            <a:blip r:embed="rId3">
              <a:alphaModFix/>
            </a:blip>
            <a:srcRect b="27114" l="23756" r="67172" t="62196"/>
            <a:stretch/>
          </p:blipFill>
          <p:spPr>
            <a:xfrm flipH="1" rot="-2376479">
              <a:off x="258196" y="385299"/>
              <a:ext cx="1242264" cy="920973"/>
            </a:xfrm>
            <a:custGeom>
              <a:rect b="b" l="l" r="r" t="t"/>
              <a:pathLst>
                <a:path extrusionOk="0" h="21293" w="21552">
                  <a:moveTo>
                    <a:pt x="8848" y="7"/>
                  </a:moveTo>
                  <a:cubicBezTo>
                    <a:pt x="8829" y="-70"/>
                    <a:pt x="8563" y="453"/>
                    <a:pt x="8256" y="1173"/>
                  </a:cubicBezTo>
                  <a:cubicBezTo>
                    <a:pt x="7907" y="1990"/>
                    <a:pt x="7617" y="2508"/>
                    <a:pt x="7485" y="2540"/>
                  </a:cubicBezTo>
                  <a:cubicBezTo>
                    <a:pt x="7368" y="2568"/>
                    <a:pt x="7232" y="2642"/>
                    <a:pt x="7182" y="2705"/>
                  </a:cubicBezTo>
                  <a:cubicBezTo>
                    <a:pt x="7132" y="2768"/>
                    <a:pt x="7194" y="3659"/>
                    <a:pt x="7326" y="4687"/>
                  </a:cubicBezTo>
                  <a:cubicBezTo>
                    <a:pt x="7490" y="5966"/>
                    <a:pt x="7534" y="6610"/>
                    <a:pt x="7457" y="6733"/>
                  </a:cubicBezTo>
                  <a:cubicBezTo>
                    <a:pt x="7213" y="7124"/>
                    <a:pt x="7866" y="7724"/>
                    <a:pt x="8538" y="7724"/>
                  </a:cubicBezTo>
                  <a:cubicBezTo>
                    <a:pt x="8781" y="7724"/>
                    <a:pt x="8962" y="7556"/>
                    <a:pt x="9323" y="6981"/>
                  </a:cubicBezTo>
                  <a:cubicBezTo>
                    <a:pt x="9581" y="6570"/>
                    <a:pt x="9832" y="6282"/>
                    <a:pt x="9881" y="6348"/>
                  </a:cubicBezTo>
                  <a:cubicBezTo>
                    <a:pt x="9951" y="6442"/>
                    <a:pt x="10177" y="7949"/>
                    <a:pt x="10197" y="8431"/>
                  </a:cubicBezTo>
                  <a:cubicBezTo>
                    <a:pt x="10198" y="8443"/>
                    <a:pt x="10204" y="8456"/>
                    <a:pt x="10204" y="8467"/>
                  </a:cubicBezTo>
                  <a:cubicBezTo>
                    <a:pt x="10204" y="8491"/>
                    <a:pt x="10213" y="8509"/>
                    <a:pt x="10218" y="8532"/>
                  </a:cubicBezTo>
                  <a:cubicBezTo>
                    <a:pt x="10286" y="8728"/>
                    <a:pt x="10967" y="9055"/>
                    <a:pt x="11347" y="9055"/>
                  </a:cubicBezTo>
                  <a:cubicBezTo>
                    <a:pt x="11736" y="9055"/>
                    <a:pt x="11960" y="8803"/>
                    <a:pt x="12573" y="7687"/>
                  </a:cubicBezTo>
                  <a:cubicBezTo>
                    <a:pt x="12741" y="7382"/>
                    <a:pt x="12922" y="7163"/>
                    <a:pt x="12979" y="7210"/>
                  </a:cubicBezTo>
                  <a:cubicBezTo>
                    <a:pt x="13036" y="7257"/>
                    <a:pt x="13083" y="7789"/>
                    <a:pt x="13083" y="8385"/>
                  </a:cubicBezTo>
                  <a:cubicBezTo>
                    <a:pt x="13083" y="9458"/>
                    <a:pt x="13085" y="9471"/>
                    <a:pt x="13454" y="9761"/>
                  </a:cubicBezTo>
                  <a:cubicBezTo>
                    <a:pt x="13659" y="9922"/>
                    <a:pt x="14011" y="10141"/>
                    <a:pt x="14232" y="10248"/>
                  </a:cubicBezTo>
                  <a:cubicBezTo>
                    <a:pt x="14617" y="10433"/>
                    <a:pt x="14652" y="10415"/>
                    <a:pt x="14997" y="9991"/>
                  </a:cubicBezTo>
                  <a:cubicBezTo>
                    <a:pt x="15467" y="9412"/>
                    <a:pt x="16482" y="8710"/>
                    <a:pt x="16690" y="8816"/>
                  </a:cubicBezTo>
                  <a:cubicBezTo>
                    <a:pt x="16694" y="8818"/>
                    <a:pt x="16694" y="8823"/>
                    <a:pt x="16697" y="8825"/>
                  </a:cubicBezTo>
                  <a:cubicBezTo>
                    <a:pt x="16699" y="8826"/>
                    <a:pt x="16703" y="8825"/>
                    <a:pt x="16704" y="8825"/>
                  </a:cubicBezTo>
                  <a:cubicBezTo>
                    <a:pt x="16714" y="8830"/>
                    <a:pt x="16717" y="8837"/>
                    <a:pt x="16725" y="8844"/>
                  </a:cubicBezTo>
                  <a:cubicBezTo>
                    <a:pt x="16741" y="8858"/>
                    <a:pt x="16755" y="8870"/>
                    <a:pt x="16766" y="8889"/>
                  </a:cubicBezTo>
                  <a:cubicBezTo>
                    <a:pt x="16790" y="8927"/>
                    <a:pt x="16807" y="8965"/>
                    <a:pt x="16801" y="9009"/>
                  </a:cubicBezTo>
                  <a:cubicBezTo>
                    <a:pt x="16807" y="9079"/>
                    <a:pt x="16801" y="9165"/>
                    <a:pt x="16780" y="9275"/>
                  </a:cubicBezTo>
                  <a:cubicBezTo>
                    <a:pt x="16684" y="9783"/>
                    <a:pt x="17016" y="10893"/>
                    <a:pt x="17372" y="11266"/>
                  </a:cubicBezTo>
                  <a:cubicBezTo>
                    <a:pt x="17581" y="11485"/>
                    <a:pt x="17822" y="11559"/>
                    <a:pt x="18295" y="11560"/>
                  </a:cubicBezTo>
                  <a:cubicBezTo>
                    <a:pt x="18298" y="11560"/>
                    <a:pt x="18299" y="11560"/>
                    <a:pt x="18302" y="11560"/>
                  </a:cubicBezTo>
                  <a:cubicBezTo>
                    <a:pt x="18314" y="11560"/>
                    <a:pt x="18318" y="11560"/>
                    <a:pt x="18329" y="11560"/>
                  </a:cubicBezTo>
                  <a:cubicBezTo>
                    <a:pt x="18853" y="11557"/>
                    <a:pt x="19002" y="11492"/>
                    <a:pt x="19307" y="11138"/>
                  </a:cubicBezTo>
                  <a:cubicBezTo>
                    <a:pt x="19842" y="10516"/>
                    <a:pt x="20103" y="10449"/>
                    <a:pt x="20560" y="10826"/>
                  </a:cubicBezTo>
                  <a:cubicBezTo>
                    <a:pt x="21083" y="11256"/>
                    <a:pt x="21386" y="12083"/>
                    <a:pt x="21386" y="13083"/>
                  </a:cubicBezTo>
                  <a:cubicBezTo>
                    <a:pt x="21386" y="14026"/>
                    <a:pt x="21174" y="14471"/>
                    <a:pt x="20491" y="14946"/>
                  </a:cubicBezTo>
                  <a:cubicBezTo>
                    <a:pt x="20104" y="15215"/>
                    <a:pt x="19978" y="15239"/>
                    <a:pt x="19665" y="15102"/>
                  </a:cubicBezTo>
                  <a:cubicBezTo>
                    <a:pt x="19358" y="14966"/>
                    <a:pt x="19248" y="14980"/>
                    <a:pt x="18990" y="15202"/>
                  </a:cubicBezTo>
                  <a:cubicBezTo>
                    <a:pt x="18562" y="15571"/>
                    <a:pt x="18193" y="16123"/>
                    <a:pt x="18006" y="16680"/>
                  </a:cubicBezTo>
                  <a:cubicBezTo>
                    <a:pt x="17810" y="17261"/>
                    <a:pt x="17687" y="17374"/>
                    <a:pt x="17524" y="17111"/>
                  </a:cubicBezTo>
                  <a:cubicBezTo>
                    <a:pt x="17454" y="16999"/>
                    <a:pt x="17150" y="16761"/>
                    <a:pt x="16849" y="16588"/>
                  </a:cubicBezTo>
                  <a:cubicBezTo>
                    <a:pt x="16548" y="16415"/>
                    <a:pt x="16243" y="16134"/>
                    <a:pt x="16174" y="15964"/>
                  </a:cubicBezTo>
                  <a:cubicBezTo>
                    <a:pt x="16106" y="15794"/>
                    <a:pt x="15780" y="15267"/>
                    <a:pt x="15451" y="14790"/>
                  </a:cubicBezTo>
                  <a:cubicBezTo>
                    <a:pt x="15122" y="14312"/>
                    <a:pt x="14859" y="13828"/>
                    <a:pt x="14859" y="13716"/>
                  </a:cubicBezTo>
                  <a:cubicBezTo>
                    <a:pt x="14859" y="13460"/>
                    <a:pt x="14003" y="12404"/>
                    <a:pt x="13537" y="12083"/>
                  </a:cubicBezTo>
                  <a:cubicBezTo>
                    <a:pt x="13344" y="11950"/>
                    <a:pt x="12924" y="11800"/>
                    <a:pt x="12607" y="11752"/>
                  </a:cubicBezTo>
                  <a:cubicBezTo>
                    <a:pt x="12291" y="11705"/>
                    <a:pt x="11840" y="11520"/>
                    <a:pt x="11609" y="11339"/>
                  </a:cubicBezTo>
                  <a:cubicBezTo>
                    <a:pt x="11061" y="10913"/>
                    <a:pt x="10479" y="11039"/>
                    <a:pt x="9839" y="11725"/>
                  </a:cubicBezTo>
                  <a:cubicBezTo>
                    <a:pt x="9513" y="12074"/>
                    <a:pt x="9356" y="12181"/>
                    <a:pt x="9013" y="12211"/>
                  </a:cubicBezTo>
                  <a:cubicBezTo>
                    <a:pt x="8907" y="12243"/>
                    <a:pt x="8799" y="12243"/>
                    <a:pt x="8662" y="12220"/>
                  </a:cubicBezTo>
                  <a:cubicBezTo>
                    <a:pt x="8096" y="12218"/>
                    <a:pt x="7954" y="12157"/>
                    <a:pt x="7567" y="11743"/>
                  </a:cubicBezTo>
                  <a:cubicBezTo>
                    <a:pt x="6970" y="11104"/>
                    <a:pt x="6811" y="11134"/>
                    <a:pt x="6658" y="11890"/>
                  </a:cubicBezTo>
                  <a:cubicBezTo>
                    <a:pt x="6404" y="13149"/>
                    <a:pt x="5557" y="14310"/>
                    <a:pt x="5144" y="13982"/>
                  </a:cubicBezTo>
                  <a:cubicBezTo>
                    <a:pt x="5103" y="13958"/>
                    <a:pt x="5067" y="13914"/>
                    <a:pt x="5027" y="13854"/>
                  </a:cubicBezTo>
                  <a:cubicBezTo>
                    <a:pt x="4855" y="13662"/>
                    <a:pt x="4779" y="13450"/>
                    <a:pt x="4813" y="13248"/>
                  </a:cubicBezTo>
                  <a:cubicBezTo>
                    <a:pt x="4816" y="13199"/>
                    <a:pt x="4820" y="13156"/>
                    <a:pt x="4841" y="13120"/>
                  </a:cubicBezTo>
                  <a:cubicBezTo>
                    <a:pt x="4847" y="13109"/>
                    <a:pt x="4848" y="13094"/>
                    <a:pt x="4854" y="13083"/>
                  </a:cubicBezTo>
                  <a:cubicBezTo>
                    <a:pt x="4857" y="13078"/>
                    <a:pt x="4859" y="13079"/>
                    <a:pt x="4861" y="13074"/>
                  </a:cubicBezTo>
                  <a:cubicBezTo>
                    <a:pt x="5164" y="12502"/>
                    <a:pt x="5431" y="11741"/>
                    <a:pt x="5502" y="11239"/>
                  </a:cubicBezTo>
                  <a:lnTo>
                    <a:pt x="5550" y="10871"/>
                  </a:lnTo>
                  <a:cubicBezTo>
                    <a:pt x="5535" y="10786"/>
                    <a:pt x="5512" y="10713"/>
                    <a:pt x="5474" y="10651"/>
                  </a:cubicBezTo>
                  <a:lnTo>
                    <a:pt x="4944" y="10394"/>
                  </a:lnTo>
                  <a:cubicBezTo>
                    <a:pt x="4596" y="10221"/>
                    <a:pt x="4213" y="10116"/>
                    <a:pt x="4097" y="10165"/>
                  </a:cubicBezTo>
                  <a:cubicBezTo>
                    <a:pt x="3799" y="10291"/>
                    <a:pt x="3552" y="10864"/>
                    <a:pt x="3402" y="11752"/>
                  </a:cubicBezTo>
                  <a:cubicBezTo>
                    <a:pt x="3381" y="11872"/>
                    <a:pt x="3361" y="11963"/>
                    <a:pt x="3340" y="12055"/>
                  </a:cubicBezTo>
                  <a:cubicBezTo>
                    <a:pt x="3328" y="12370"/>
                    <a:pt x="3244" y="12530"/>
                    <a:pt x="2982" y="12743"/>
                  </a:cubicBezTo>
                  <a:lnTo>
                    <a:pt x="2623" y="13037"/>
                  </a:lnTo>
                  <a:lnTo>
                    <a:pt x="2582" y="12964"/>
                  </a:lnTo>
                  <a:cubicBezTo>
                    <a:pt x="2418" y="12972"/>
                    <a:pt x="2339" y="12734"/>
                    <a:pt x="2293" y="12248"/>
                  </a:cubicBezTo>
                  <a:cubicBezTo>
                    <a:pt x="2278" y="12142"/>
                    <a:pt x="2269" y="12030"/>
                    <a:pt x="2265" y="11908"/>
                  </a:cubicBezTo>
                  <a:cubicBezTo>
                    <a:pt x="2263" y="11870"/>
                    <a:pt x="2254" y="11848"/>
                    <a:pt x="2252" y="11807"/>
                  </a:cubicBezTo>
                  <a:cubicBezTo>
                    <a:pt x="2216" y="11067"/>
                    <a:pt x="2260" y="10749"/>
                    <a:pt x="2444" y="10266"/>
                  </a:cubicBezTo>
                  <a:cubicBezTo>
                    <a:pt x="2788" y="9367"/>
                    <a:pt x="2754" y="9231"/>
                    <a:pt x="2059" y="8807"/>
                  </a:cubicBezTo>
                  <a:cubicBezTo>
                    <a:pt x="1447" y="8434"/>
                    <a:pt x="1436" y="8426"/>
                    <a:pt x="1226" y="8706"/>
                  </a:cubicBezTo>
                  <a:cubicBezTo>
                    <a:pt x="1093" y="8882"/>
                    <a:pt x="986" y="9297"/>
                    <a:pt x="943" y="9798"/>
                  </a:cubicBezTo>
                  <a:cubicBezTo>
                    <a:pt x="906" y="10240"/>
                    <a:pt x="839" y="10671"/>
                    <a:pt x="792" y="10752"/>
                  </a:cubicBezTo>
                  <a:cubicBezTo>
                    <a:pt x="662" y="10978"/>
                    <a:pt x="1138" y="12390"/>
                    <a:pt x="1542" y="12973"/>
                  </a:cubicBezTo>
                  <a:cubicBezTo>
                    <a:pt x="1589" y="13040"/>
                    <a:pt x="1621" y="13101"/>
                    <a:pt x="1660" y="13165"/>
                  </a:cubicBezTo>
                  <a:cubicBezTo>
                    <a:pt x="2055" y="13838"/>
                    <a:pt x="1984" y="14384"/>
                    <a:pt x="1391" y="15285"/>
                  </a:cubicBezTo>
                  <a:cubicBezTo>
                    <a:pt x="1109" y="15714"/>
                    <a:pt x="734" y="16140"/>
                    <a:pt x="565" y="16239"/>
                  </a:cubicBezTo>
                  <a:cubicBezTo>
                    <a:pt x="395" y="16338"/>
                    <a:pt x="224" y="16555"/>
                    <a:pt x="186" y="16716"/>
                  </a:cubicBezTo>
                  <a:cubicBezTo>
                    <a:pt x="55" y="17266"/>
                    <a:pt x="-46" y="18388"/>
                    <a:pt x="21" y="18478"/>
                  </a:cubicBezTo>
                  <a:cubicBezTo>
                    <a:pt x="24" y="18481"/>
                    <a:pt x="24" y="18496"/>
                    <a:pt x="28" y="18497"/>
                  </a:cubicBezTo>
                  <a:cubicBezTo>
                    <a:pt x="75" y="18490"/>
                    <a:pt x="145" y="18128"/>
                    <a:pt x="186" y="17689"/>
                  </a:cubicBezTo>
                  <a:cubicBezTo>
                    <a:pt x="274" y="16756"/>
                    <a:pt x="460" y="16343"/>
                    <a:pt x="723" y="16478"/>
                  </a:cubicBezTo>
                  <a:cubicBezTo>
                    <a:pt x="858" y="16547"/>
                    <a:pt x="909" y="16753"/>
                    <a:pt x="909" y="17285"/>
                  </a:cubicBezTo>
                  <a:cubicBezTo>
                    <a:pt x="909" y="18164"/>
                    <a:pt x="1228" y="18880"/>
                    <a:pt x="1818" y="19304"/>
                  </a:cubicBezTo>
                  <a:lnTo>
                    <a:pt x="2059" y="19478"/>
                  </a:lnTo>
                  <a:cubicBezTo>
                    <a:pt x="2176" y="19510"/>
                    <a:pt x="2299" y="19520"/>
                    <a:pt x="2431" y="19506"/>
                  </a:cubicBezTo>
                  <a:lnTo>
                    <a:pt x="2995" y="19249"/>
                  </a:lnTo>
                  <a:cubicBezTo>
                    <a:pt x="3929" y="18825"/>
                    <a:pt x="4154" y="18878"/>
                    <a:pt x="4944" y="19735"/>
                  </a:cubicBezTo>
                  <a:cubicBezTo>
                    <a:pt x="5837" y="20705"/>
                    <a:pt x="6592" y="21045"/>
                    <a:pt x="8063" y="21121"/>
                  </a:cubicBezTo>
                  <a:cubicBezTo>
                    <a:pt x="8895" y="21164"/>
                    <a:pt x="9375" y="21121"/>
                    <a:pt x="9543" y="21002"/>
                  </a:cubicBezTo>
                  <a:cubicBezTo>
                    <a:pt x="9748" y="20856"/>
                    <a:pt x="9822" y="20869"/>
                    <a:pt x="9970" y="21066"/>
                  </a:cubicBezTo>
                  <a:cubicBezTo>
                    <a:pt x="10319" y="21530"/>
                    <a:pt x="10478" y="21291"/>
                    <a:pt x="10514" y="20268"/>
                  </a:cubicBezTo>
                  <a:cubicBezTo>
                    <a:pt x="10527" y="19905"/>
                    <a:pt x="10552" y="19682"/>
                    <a:pt x="10597" y="19478"/>
                  </a:cubicBezTo>
                  <a:cubicBezTo>
                    <a:pt x="10601" y="19461"/>
                    <a:pt x="10598" y="19441"/>
                    <a:pt x="10604" y="19423"/>
                  </a:cubicBezTo>
                  <a:cubicBezTo>
                    <a:pt x="10671" y="19155"/>
                    <a:pt x="10795" y="18921"/>
                    <a:pt x="11051" y="18506"/>
                  </a:cubicBezTo>
                  <a:cubicBezTo>
                    <a:pt x="11588" y="17636"/>
                    <a:pt x="11598" y="17486"/>
                    <a:pt x="11230" y="16450"/>
                  </a:cubicBezTo>
                  <a:cubicBezTo>
                    <a:pt x="11011" y="15831"/>
                    <a:pt x="10868" y="15755"/>
                    <a:pt x="10445" y="16047"/>
                  </a:cubicBezTo>
                  <a:cubicBezTo>
                    <a:pt x="10001" y="16353"/>
                    <a:pt x="9729" y="16347"/>
                    <a:pt x="9206" y="15992"/>
                  </a:cubicBezTo>
                  <a:cubicBezTo>
                    <a:pt x="8618" y="15592"/>
                    <a:pt x="8104" y="15590"/>
                    <a:pt x="8104" y="15992"/>
                  </a:cubicBezTo>
                  <a:cubicBezTo>
                    <a:pt x="8104" y="16156"/>
                    <a:pt x="8018" y="16324"/>
                    <a:pt x="7912" y="16368"/>
                  </a:cubicBezTo>
                  <a:cubicBezTo>
                    <a:pt x="7805" y="16411"/>
                    <a:pt x="7504" y="16578"/>
                    <a:pt x="7244" y="16735"/>
                  </a:cubicBezTo>
                  <a:cubicBezTo>
                    <a:pt x="6984" y="16891"/>
                    <a:pt x="6783" y="16977"/>
                    <a:pt x="6583" y="16992"/>
                  </a:cubicBezTo>
                  <a:cubicBezTo>
                    <a:pt x="6287" y="17014"/>
                    <a:pt x="5984" y="16880"/>
                    <a:pt x="5467" y="16560"/>
                  </a:cubicBezTo>
                  <a:cubicBezTo>
                    <a:pt x="5367" y="16499"/>
                    <a:pt x="5276" y="16445"/>
                    <a:pt x="5185" y="16395"/>
                  </a:cubicBezTo>
                  <a:cubicBezTo>
                    <a:pt x="5096" y="16349"/>
                    <a:pt x="5015" y="16314"/>
                    <a:pt x="4937" y="16276"/>
                  </a:cubicBezTo>
                  <a:cubicBezTo>
                    <a:pt x="4212" y="15941"/>
                    <a:pt x="3749" y="16043"/>
                    <a:pt x="3133" y="16616"/>
                  </a:cubicBezTo>
                  <a:cubicBezTo>
                    <a:pt x="2806" y="16919"/>
                    <a:pt x="2494" y="17166"/>
                    <a:pt x="2438" y="17166"/>
                  </a:cubicBezTo>
                  <a:cubicBezTo>
                    <a:pt x="2352" y="17166"/>
                    <a:pt x="2152" y="17064"/>
                    <a:pt x="1942" y="16928"/>
                  </a:cubicBezTo>
                  <a:cubicBezTo>
                    <a:pt x="1904" y="16928"/>
                    <a:pt x="1869" y="16909"/>
                    <a:pt x="1832" y="16854"/>
                  </a:cubicBezTo>
                  <a:cubicBezTo>
                    <a:pt x="1653" y="16730"/>
                    <a:pt x="1483" y="16590"/>
                    <a:pt x="1370" y="16469"/>
                  </a:cubicBezTo>
                  <a:lnTo>
                    <a:pt x="1109" y="16193"/>
                  </a:lnTo>
                  <a:lnTo>
                    <a:pt x="1563" y="15469"/>
                  </a:lnTo>
                  <a:cubicBezTo>
                    <a:pt x="1833" y="15034"/>
                    <a:pt x="2011" y="14586"/>
                    <a:pt x="2011" y="14358"/>
                  </a:cubicBezTo>
                  <a:cubicBezTo>
                    <a:pt x="2011" y="14149"/>
                    <a:pt x="2078" y="13866"/>
                    <a:pt x="2155" y="13725"/>
                  </a:cubicBezTo>
                  <a:cubicBezTo>
                    <a:pt x="2286" y="13486"/>
                    <a:pt x="2323" y="13476"/>
                    <a:pt x="2720" y="13698"/>
                  </a:cubicBezTo>
                  <a:cubicBezTo>
                    <a:pt x="2824" y="13755"/>
                    <a:pt x="2948" y="13809"/>
                    <a:pt x="3064" y="13844"/>
                  </a:cubicBezTo>
                  <a:cubicBezTo>
                    <a:pt x="3109" y="13851"/>
                    <a:pt x="3130" y="13856"/>
                    <a:pt x="3174" y="13863"/>
                  </a:cubicBezTo>
                  <a:cubicBezTo>
                    <a:pt x="3187" y="13865"/>
                    <a:pt x="3209" y="13869"/>
                    <a:pt x="3223" y="13872"/>
                  </a:cubicBezTo>
                  <a:cubicBezTo>
                    <a:pt x="3300" y="13886"/>
                    <a:pt x="3384" y="13907"/>
                    <a:pt x="3436" y="13900"/>
                  </a:cubicBezTo>
                  <a:cubicBezTo>
                    <a:pt x="3596" y="13878"/>
                    <a:pt x="4012" y="14049"/>
                    <a:pt x="4359" y="14276"/>
                  </a:cubicBezTo>
                  <a:cubicBezTo>
                    <a:pt x="4831" y="14585"/>
                    <a:pt x="5525" y="14787"/>
                    <a:pt x="6066" y="14808"/>
                  </a:cubicBezTo>
                  <a:cubicBezTo>
                    <a:pt x="6261" y="14811"/>
                    <a:pt x="6440" y="14790"/>
                    <a:pt x="6590" y="14753"/>
                  </a:cubicBezTo>
                  <a:cubicBezTo>
                    <a:pt x="6938" y="14630"/>
                    <a:pt x="7494" y="13870"/>
                    <a:pt x="7671" y="13276"/>
                  </a:cubicBezTo>
                  <a:cubicBezTo>
                    <a:pt x="7898" y="12509"/>
                    <a:pt x="7951" y="12464"/>
                    <a:pt x="8455" y="12615"/>
                  </a:cubicBezTo>
                  <a:cubicBezTo>
                    <a:pt x="8983" y="12773"/>
                    <a:pt x="9629" y="12506"/>
                    <a:pt x="10094" y="11936"/>
                  </a:cubicBezTo>
                  <a:cubicBezTo>
                    <a:pt x="10568" y="11355"/>
                    <a:pt x="10803" y="11253"/>
                    <a:pt x="11072" y="11505"/>
                  </a:cubicBezTo>
                  <a:cubicBezTo>
                    <a:pt x="11398" y="11809"/>
                    <a:pt x="11375" y="11976"/>
                    <a:pt x="10920" y="12597"/>
                  </a:cubicBezTo>
                  <a:cubicBezTo>
                    <a:pt x="10472" y="13208"/>
                    <a:pt x="10301" y="14060"/>
                    <a:pt x="10549" y="14459"/>
                  </a:cubicBezTo>
                  <a:cubicBezTo>
                    <a:pt x="10660" y="14639"/>
                    <a:pt x="10892" y="14813"/>
                    <a:pt x="11148" y="14955"/>
                  </a:cubicBezTo>
                  <a:cubicBezTo>
                    <a:pt x="11198" y="14981"/>
                    <a:pt x="11239" y="15013"/>
                    <a:pt x="11292" y="15037"/>
                  </a:cubicBezTo>
                  <a:cubicBezTo>
                    <a:pt x="11369" y="15073"/>
                    <a:pt x="11449" y="15093"/>
                    <a:pt x="11526" y="15120"/>
                  </a:cubicBezTo>
                  <a:cubicBezTo>
                    <a:pt x="11602" y="15147"/>
                    <a:pt x="11672" y="15176"/>
                    <a:pt x="11740" y="15193"/>
                  </a:cubicBezTo>
                  <a:cubicBezTo>
                    <a:pt x="11858" y="15219"/>
                    <a:pt x="11970" y="15232"/>
                    <a:pt x="12063" y="15221"/>
                  </a:cubicBezTo>
                  <a:cubicBezTo>
                    <a:pt x="12445" y="15177"/>
                    <a:pt x="12473" y="15198"/>
                    <a:pt x="12442" y="15551"/>
                  </a:cubicBezTo>
                  <a:cubicBezTo>
                    <a:pt x="12394" y="16103"/>
                    <a:pt x="13145" y="17210"/>
                    <a:pt x="13585" y="17230"/>
                  </a:cubicBezTo>
                  <a:cubicBezTo>
                    <a:pt x="13881" y="17244"/>
                    <a:pt x="13921" y="17298"/>
                    <a:pt x="13971" y="17827"/>
                  </a:cubicBezTo>
                  <a:cubicBezTo>
                    <a:pt x="14014" y="18288"/>
                    <a:pt x="14104" y="18485"/>
                    <a:pt x="14405" y="18754"/>
                  </a:cubicBezTo>
                  <a:cubicBezTo>
                    <a:pt x="15258" y="19518"/>
                    <a:pt x="15755" y="19386"/>
                    <a:pt x="16133" y="18304"/>
                  </a:cubicBezTo>
                  <a:cubicBezTo>
                    <a:pt x="16281" y="17881"/>
                    <a:pt x="16408" y="17390"/>
                    <a:pt x="16408" y="17212"/>
                  </a:cubicBezTo>
                  <a:cubicBezTo>
                    <a:pt x="16409" y="17105"/>
                    <a:pt x="16428" y="17010"/>
                    <a:pt x="16456" y="16928"/>
                  </a:cubicBezTo>
                  <a:cubicBezTo>
                    <a:pt x="16468" y="16896"/>
                    <a:pt x="16482" y="16867"/>
                    <a:pt x="16498" y="16845"/>
                  </a:cubicBezTo>
                  <a:cubicBezTo>
                    <a:pt x="16506" y="16832"/>
                    <a:pt x="16509" y="16806"/>
                    <a:pt x="16518" y="16799"/>
                  </a:cubicBezTo>
                  <a:cubicBezTo>
                    <a:pt x="16522" y="16796"/>
                    <a:pt x="16535" y="16801"/>
                    <a:pt x="16539" y="16799"/>
                  </a:cubicBezTo>
                  <a:cubicBezTo>
                    <a:pt x="16605" y="16749"/>
                    <a:pt x="16683" y="16776"/>
                    <a:pt x="16766" y="16891"/>
                  </a:cubicBezTo>
                  <a:cubicBezTo>
                    <a:pt x="17129" y="17153"/>
                    <a:pt x="17737" y="17829"/>
                    <a:pt x="17737" y="18047"/>
                  </a:cubicBezTo>
                  <a:cubicBezTo>
                    <a:pt x="17737" y="18219"/>
                    <a:pt x="18004" y="18719"/>
                    <a:pt x="18233" y="19056"/>
                  </a:cubicBezTo>
                  <a:cubicBezTo>
                    <a:pt x="18361" y="19210"/>
                    <a:pt x="18475" y="19339"/>
                    <a:pt x="18556" y="19368"/>
                  </a:cubicBezTo>
                  <a:cubicBezTo>
                    <a:pt x="18705" y="19280"/>
                    <a:pt x="18582" y="18692"/>
                    <a:pt x="18274" y="18120"/>
                  </a:cubicBezTo>
                  <a:cubicBezTo>
                    <a:pt x="18103" y="17803"/>
                    <a:pt x="18020" y="17633"/>
                    <a:pt x="17999" y="17478"/>
                  </a:cubicBezTo>
                  <a:lnTo>
                    <a:pt x="17930" y="17340"/>
                  </a:lnTo>
                  <a:lnTo>
                    <a:pt x="18033" y="17148"/>
                  </a:lnTo>
                  <a:cubicBezTo>
                    <a:pt x="18044" y="17106"/>
                    <a:pt x="18052" y="17069"/>
                    <a:pt x="18068" y="17019"/>
                  </a:cubicBezTo>
                  <a:cubicBezTo>
                    <a:pt x="18145" y="16770"/>
                    <a:pt x="18436" y="16266"/>
                    <a:pt x="18715" y="15900"/>
                  </a:cubicBezTo>
                  <a:cubicBezTo>
                    <a:pt x="19215" y="15243"/>
                    <a:pt x="19226" y="15237"/>
                    <a:pt x="19789" y="15331"/>
                  </a:cubicBezTo>
                  <a:cubicBezTo>
                    <a:pt x="20294" y="15415"/>
                    <a:pt x="20644" y="15306"/>
                    <a:pt x="20994" y="14936"/>
                  </a:cubicBezTo>
                  <a:lnTo>
                    <a:pt x="21097" y="14790"/>
                  </a:lnTo>
                  <a:lnTo>
                    <a:pt x="21421" y="14349"/>
                  </a:lnTo>
                  <a:cubicBezTo>
                    <a:pt x="21532" y="14111"/>
                    <a:pt x="21554" y="13847"/>
                    <a:pt x="21552" y="13211"/>
                  </a:cubicBezTo>
                  <a:cubicBezTo>
                    <a:pt x="21547" y="11883"/>
                    <a:pt x="21217" y="10897"/>
                    <a:pt x="20677" y="10596"/>
                  </a:cubicBezTo>
                  <a:cubicBezTo>
                    <a:pt x="20087" y="10267"/>
                    <a:pt x="19783" y="10332"/>
                    <a:pt x="19121" y="10917"/>
                  </a:cubicBezTo>
                  <a:cubicBezTo>
                    <a:pt x="18614" y="11366"/>
                    <a:pt x="18450" y="11439"/>
                    <a:pt x="18116" y="11367"/>
                  </a:cubicBezTo>
                  <a:cubicBezTo>
                    <a:pt x="17623" y="11260"/>
                    <a:pt x="17445" y="11070"/>
                    <a:pt x="17172" y="10358"/>
                  </a:cubicBezTo>
                  <a:cubicBezTo>
                    <a:pt x="17119" y="10218"/>
                    <a:pt x="17075" y="10060"/>
                    <a:pt x="17042" y="9899"/>
                  </a:cubicBezTo>
                  <a:cubicBezTo>
                    <a:pt x="17036" y="9871"/>
                    <a:pt x="17033" y="9844"/>
                    <a:pt x="17028" y="9816"/>
                  </a:cubicBezTo>
                  <a:cubicBezTo>
                    <a:pt x="17003" y="9703"/>
                    <a:pt x="16989" y="9596"/>
                    <a:pt x="16987" y="9495"/>
                  </a:cubicBezTo>
                  <a:cubicBezTo>
                    <a:pt x="16948" y="9110"/>
                    <a:pt x="16971" y="8765"/>
                    <a:pt x="17076" y="8678"/>
                  </a:cubicBezTo>
                  <a:cubicBezTo>
                    <a:pt x="17254" y="8532"/>
                    <a:pt x="17118" y="8380"/>
                    <a:pt x="16449" y="7944"/>
                  </a:cubicBezTo>
                  <a:cubicBezTo>
                    <a:pt x="16235" y="7805"/>
                    <a:pt x="16083" y="7722"/>
                    <a:pt x="15940" y="7669"/>
                  </a:cubicBezTo>
                  <a:cubicBezTo>
                    <a:pt x="15782" y="7629"/>
                    <a:pt x="15620" y="7614"/>
                    <a:pt x="15458" y="7614"/>
                  </a:cubicBezTo>
                  <a:cubicBezTo>
                    <a:pt x="15385" y="7620"/>
                    <a:pt x="15320" y="7618"/>
                    <a:pt x="15231" y="7632"/>
                  </a:cubicBezTo>
                  <a:cubicBezTo>
                    <a:pt x="14973" y="7673"/>
                    <a:pt x="14813" y="7679"/>
                    <a:pt x="14714" y="7651"/>
                  </a:cubicBezTo>
                  <a:cubicBezTo>
                    <a:pt x="14645" y="7631"/>
                    <a:pt x="14602" y="7597"/>
                    <a:pt x="14590" y="7541"/>
                  </a:cubicBezTo>
                  <a:cubicBezTo>
                    <a:pt x="14569" y="7438"/>
                    <a:pt x="14506" y="7093"/>
                    <a:pt x="14453" y="6770"/>
                  </a:cubicBezTo>
                  <a:cubicBezTo>
                    <a:pt x="14368" y="6252"/>
                    <a:pt x="14301" y="6150"/>
                    <a:pt x="13861" y="5926"/>
                  </a:cubicBezTo>
                  <a:cubicBezTo>
                    <a:pt x="13240" y="5610"/>
                    <a:pt x="12357" y="5589"/>
                    <a:pt x="11940" y="5880"/>
                  </a:cubicBezTo>
                  <a:cubicBezTo>
                    <a:pt x="11862" y="5934"/>
                    <a:pt x="11809" y="5967"/>
                    <a:pt x="11754" y="5999"/>
                  </a:cubicBezTo>
                  <a:cubicBezTo>
                    <a:pt x="11713" y="6041"/>
                    <a:pt x="11673" y="6064"/>
                    <a:pt x="11637" y="6054"/>
                  </a:cubicBezTo>
                  <a:cubicBezTo>
                    <a:pt x="11475" y="6110"/>
                    <a:pt x="11406" y="6015"/>
                    <a:pt x="11292" y="5696"/>
                  </a:cubicBezTo>
                  <a:cubicBezTo>
                    <a:pt x="11111" y="5186"/>
                    <a:pt x="10083" y="4478"/>
                    <a:pt x="9516" y="4476"/>
                  </a:cubicBezTo>
                  <a:cubicBezTo>
                    <a:pt x="9161" y="4474"/>
                    <a:pt x="9018" y="4587"/>
                    <a:pt x="8504" y="5283"/>
                  </a:cubicBezTo>
                  <a:cubicBezTo>
                    <a:pt x="8052" y="5895"/>
                    <a:pt x="7879" y="6055"/>
                    <a:pt x="7794" y="5917"/>
                  </a:cubicBezTo>
                  <a:cubicBezTo>
                    <a:pt x="7733" y="5816"/>
                    <a:pt x="7600" y="5139"/>
                    <a:pt x="7498" y="4412"/>
                  </a:cubicBezTo>
                  <a:cubicBezTo>
                    <a:pt x="7323" y="3157"/>
                    <a:pt x="7320" y="3078"/>
                    <a:pt x="7505" y="2898"/>
                  </a:cubicBezTo>
                  <a:cubicBezTo>
                    <a:pt x="7613" y="2793"/>
                    <a:pt x="7736" y="2705"/>
                    <a:pt x="7781" y="2705"/>
                  </a:cubicBezTo>
                  <a:cubicBezTo>
                    <a:pt x="7892" y="2705"/>
                    <a:pt x="8891" y="180"/>
                    <a:pt x="8848" y="7"/>
                  </a:cubicBezTo>
                  <a:close/>
                  <a:moveTo>
                    <a:pt x="13468" y="12743"/>
                  </a:moveTo>
                  <a:cubicBezTo>
                    <a:pt x="13776" y="12743"/>
                    <a:pt x="14013" y="13269"/>
                    <a:pt x="13950" y="13817"/>
                  </a:cubicBezTo>
                  <a:cubicBezTo>
                    <a:pt x="13918" y="14098"/>
                    <a:pt x="12946" y="14718"/>
                    <a:pt x="12814" y="14542"/>
                  </a:cubicBezTo>
                  <a:cubicBezTo>
                    <a:pt x="12780" y="14497"/>
                    <a:pt x="12752" y="14142"/>
                    <a:pt x="12752" y="13753"/>
                  </a:cubicBezTo>
                  <a:cubicBezTo>
                    <a:pt x="12752" y="12979"/>
                    <a:pt x="12922" y="12743"/>
                    <a:pt x="13468" y="12743"/>
                  </a:cubicBezTo>
                  <a:close/>
                  <a:moveTo>
                    <a:pt x="15148" y="15248"/>
                  </a:moveTo>
                  <a:cubicBezTo>
                    <a:pt x="15178" y="15248"/>
                    <a:pt x="15299" y="15320"/>
                    <a:pt x="15417" y="15404"/>
                  </a:cubicBezTo>
                  <a:cubicBezTo>
                    <a:pt x="15747" y="15640"/>
                    <a:pt x="15673" y="15957"/>
                    <a:pt x="15231" y="16203"/>
                  </a:cubicBezTo>
                  <a:cubicBezTo>
                    <a:pt x="14755" y="16468"/>
                    <a:pt x="14774" y="16472"/>
                    <a:pt x="14687" y="16285"/>
                  </a:cubicBezTo>
                  <a:cubicBezTo>
                    <a:pt x="14623" y="16148"/>
                    <a:pt x="15024" y="15248"/>
                    <a:pt x="15148" y="15248"/>
                  </a:cubicBezTo>
                  <a:close/>
                  <a:moveTo>
                    <a:pt x="4207" y="16239"/>
                  </a:moveTo>
                  <a:cubicBezTo>
                    <a:pt x="4371" y="16240"/>
                    <a:pt x="4880" y="16457"/>
                    <a:pt x="5336" y="16726"/>
                  </a:cubicBezTo>
                  <a:cubicBezTo>
                    <a:pt x="6283" y="17282"/>
                    <a:pt x="6624" y="17307"/>
                    <a:pt x="7361" y="16872"/>
                  </a:cubicBezTo>
                  <a:cubicBezTo>
                    <a:pt x="7918" y="16544"/>
                    <a:pt x="8104" y="16574"/>
                    <a:pt x="8104" y="17010"/>
                  </a:cubicBezTo>
                  <a:cubicBezTo>
                    <a:pt x="8104" y="17190"/>
                    <a:pt x="8315" y="17430"/>
                    <a:pt x="8738" y="17726"/>
                  </a:cubicBezTo>
                  <a:cubicBezTo>
                    <a:pt x="9329" y="18139"/>
                    <a:pt x="9370" y="18212"/>
                    <a:pt x="9337" y="18643"/>
                  </a:cubicBezTo>
                  <a:cubicBezTo>
                    <a:pt x="9317" y="18899"/>
                    <a:pt x="9362" y="19199"/>
                    <a:pt x="9433" y="19313"/>
                  </a:cubicBezTo>
                  <a:cubicBezTo>
                    <a:pt x="9504" y="19427"/>
                    <a:pt x="9536" y="19604"/>
                    <a:pt x="9509" y="19708"/>
                  </a:cubicBezTo>
                  <a:cubicBezTo>
                    <a:pt x="9481" y="19812"/>
                    <a:pt x="9500" y="20042"/>
                    <a:pt x="9550" y="20222"/>
                  </a:cubicBezTo>
                  <a:cubicBezTo>
                    <a:pt x="9621" y="20475"/>
                    <a:pt x="9586" y="20606"/>
                    <a:pt x="9399" y="20781"/>
                  </a:cubicBezTo>
                  <a:cubicBezTo>
                    <a:pt x="9232" y="20937"/>
                    <a:pt x="8915" y="21003"/>
                    <a:pt x="8380" y="20992"/>
                  </a:cubicBezTo>
                  <a:cubicBezTo>
                    <a:pt x="6906" y="20964"/>
                    <a:pt x="5916" y="20492"/>
                    <a:pt x="4958" y="19387"/>
                  </a:cubicBezTo>
                  <a:cubicBezTo>
                    <a:pt x="4291" y="18618"/>
                    <a:pt x="3826" y="18506"/>
                    <a:pt x="3078" y="18919"/>
                  </a:cubicBezTo>
                  <a:cubicBezTo>
                    <a:pt x="2365" y="19313"/>
                    <a:pt x="2120" y="19316"/>
                    <a:pt x="1749" y="18928"/>
                  </a:cubicBezTo>
                  <a:cubicBezTo>
                    <a:pt x="918" y="18057"/>
                    <a:pt x="941" y="16508"/>
                    <a:pt x="1777" y="17084"/>
                  </a:cubicBezTo>
                  <a:cubicBezTo>
                    <a:pt x="2295" y="17441"/>
                    <a:pt x="2674" y="17363"/>
                    <a:pt x="3319" y="16772"/>
                  </a:cubicBezTo>
                  <a:cubicBezTo>
                    <a:pt x="3643" y="16474"/>
                    <a:pt x="4044" y="16239"/>
                    <a:pt x="4207" y="16239"/>
                  </a:cubicBezTo>
                  <a:close/>
                </a:path>
              </a:pathLst>
            </a:custGeom>
            <a:noFill/>
            <a:ln>
              <a:noFill/>
            </a:ln>
          </p:spPr>
        </p:pic>
      </p:grpSp>
      <p:grpSp>
        <p:nvGrpSpPr>
          <p:cNvPr id="248" name="Google Shape;248;p34"/>
          <p:cNvGrpSpPr/>
          <p:nvPr/>
        </p:nvGrpSpPr>
        <p:grpSpPr>
          <a:xfrm>
            <a:off x="5341311" y="3049396"/>
            <a:ext cx="544163" cy="544163"/>
            <a:chOff x="0" y="0"/>
            <a:chExt cx="1451100" cy="1451100"/>
          </a:xfrm>
        </p:grpSpPr>
        <p:sp>
          <p:nvSpPr>
            <p:cNvPr id="249" name="Google Shape;249;p34"/>
            <p:cNvSpPr/>
            <p:nvPr/>
          </p:nvSpPr>
          <p:spPr>
            <a:xfrm>
              <a:off x="0" y="0"/>
              <a:ext cx="1451100" cy="1451100"/>
            </a:xfrm>
            <a:prstGeom prst="ellipse">
              <a:avLst/>
            </a:prstGeom>
            <a:solidFill>
              <a:srgbClr val="950D5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50" name="Google Shape;250;p34"/>
            <p:cNvSpPr/>
            <p:nvPr/>
          </p:nvSpPr>
          <p:spPr>
            <a:xfrm>
              <a:off x="334018" y="375394"/>
              <a:ext cx="806032" cy="700380"/>
            </a:xfrm>
            <a:custGeom>
              <a:rect b="b" l="l" r="r" t="t"/>
              <a:pathLst>
                <a:path extrusionOk="0" h="21600" w="20825">
                  <a:moveTo>
                    <a:pt x="2726" y="0"/>
                  </a:moveTo>
                  <a:cubicBezTo>
                    <a:pt x="2262" y="0"/>
                    <a:pt x="1792" y="142"/>
                    <a:pt x="1361" y="440"/>
                  </a:cubicBezTo>
                  <a:cubicBezTo>
                    <a:pt x="57" y="1343"/>
                    <a:pt x="-387" y="3336"/>
                    <a:pt x="369" y="4892"/>
                  </a:cubicBezTo>
                  <a:cubicBezTo>
                    <a:pt x="875" y="5935"/>
                    <a:pt x="1791" y="6516"/>
                    <a:pt x="2733" y="6516"/>
                  </a:cubicBezTo>
                  <a:cubicBezTo>
                    <a:pt x="2959" y="6516"/>
                    <a:pt x="3186" y="6484"/>
                    <a:pt x="3410" y="6415"/>
                  </a:cubicBezTo>
                  <a:lnTo>
                    <a:pt x="4436" y="8528"/>
                  </a:lnTo>
                  <a:cubicBezTo>
                    <a:pt x="3958" y="9115"/>
                    <a:pt x="3662" y="9916"/>
                    <a:pt x="3662" y="10800"/>
                  </a:cubicBezTo>
                  <a:cubicBezTo>
                    <a:pt x="3662" y="11684"/>
                    <a:pt x="3958" y="12485"/>
                    <a:pt x="4436" y="13072"/>
                  </a:cubicBezTo>
                  <a:lnTo>
                    <a:pt x="3410" y="15187"/>
                  </a:lnTo>
                  <a:cubicBezTo>
                    <a:pt x="3186" y="15119"/>
                    <a:pt x="2959" y="15084"/>
                    <a:pt x="2733" y="15084"/>
                  </a:cubicBezTo>
                  <a:cubicBezTo>
                    <a:pt x="1791" y="15084"/>
                    <a:pt x="875" y="15665"/>
                    <a:pt x="369" y="16708"/>
                  </a:cubicBezTo>
                  <a:cubicBezTo>
                    <a:pt x="-387" y="18264"/>
                    <a:pt x="57" y="20259"/>
                    <a:pt x="1361" y="21162"/>
                  </a:cubicBezTo>
                  <a:cubicBezTo>
                    <a:pt x="1792" y="21460"/>
                    <a:pt x="2262" y="21600"/>
                    <a:pt x="2726" y="21600"/>
                  </a:cubicBezTo>
                  <a:cubicBezTo>
                    <a:pt x="3668" y="21600"/>
                    <a:pt x="4584" y="21018"/>
                    <a:pt x="5090" y="19976"/>
                  </a:cubicBezTo>
                  <a:cubicBezTo>
                    <a:pt x="5718" y="18683"/>
                    <a:pt x="5518" y="17090"/>
                    <a:pt x="4685" y="16070"/>
                  </a:cubicBezTo>
                  <a:lnTo>
                    <a:pt x="5711" y="13956"/>
                  </a:lnTo>
                  <a:cubicBezTo>
                    <a:pt x="5929" y="14023"/>
                    <a:pt x="6157" y="14058"/>
                    <a:pt x="6392" y="14058"/>
                  </a:cubicBezTo>
                  <a:cubicBezTo>
                    <a:pt x="7643" y="14058"/>
                    <a:pt x="8698" y="13052"/>
                    <a:pt x="9020" y="11681"/>
                  </a:cubicBezTo>
                  <a:lnTo>
                    <a:pt x="11805" y="11681"/>
                  </a:lnTo>
                  <a:cubicBezTo>
                    <a:pt x="12127" y="13052"/>
                    <a:pt x="13181" y="14058"/>
                    <a:pt x="14433" y="14058"/>
                  </a:cubicBezTo>
                  <a:cubicBezTo>
                    <a:pt x="14667" y="14058"/>
                    <a:pt x="14896" y="14023"/>
                    <a:pt x="15113" y="13956"/>
                  </a:cubicBezTo>
                  <a:lnTo>
                    <a:pt x="16139" y="16070"/>
                  </a:lnTo>
                  <a:cubicBezTo>
                    <a:pt x="15307" y="17090"/>
                    <a:pt x="15106" y="18683"/>
                    <a:pt x="15734" y="19976"/>
                  </a:cubicBezTo>
                  <a:cubicBezTo>
                    <a:pt x="16240" y="21018"/>
                    <a:pt x="17156" y="21600"/>
                    <a:pt x="18098" y="21600"/>
                  </a:cubicBezTo>
                  <a:cubicBezTo>
                    <a:pt x="18563" y="21600"/>
                    <a:pt x="19033" y="21460"/>
                    <a:pt x="19464" y="21162"/>
                  </a:cubicBezTo>
                  <a:cubicBezTo>
                    <a:pt x="20768" y="20259"/>
                    <a:pt x="21213" y="18264"/>
                    <a:pt x="20457" y="16708"/>
                  </a:cubicBezTo>
                  <a:cubicBezTo>
                    <a:pt x="19951" y="15665"/>
                    <a:pt x="19035" y="15083"/>
                    <a:pt x="18093" y="15084"/>
                  </a:cubicBezTo>
                  <a:cubicBezTo>
                    <a:pt x="17867" y="15084"/>
                    <a:pt x="17640" y="15119"/>
                    <a:pt x="17416" y="15187"/>
                  </a:cubicBezTo>
                  <a:lnTo>
                    <a:pt x="16388" y="13072"/>
                  </a:lnTo>
                  <a:cubicBezTo>
                    <a:pt x="16867" y="12485"/>
                    <a:pt x="17162" y="11684"/>
                    <a:pt x="17162" y="10800"/>
                  </a:cubicBezTo>
                  <a:cubicBezTo>
                    <a:pt x="17162" y="9916"/>
                    <a:pt x="16867" y="9115"/>
                    <a:pt x="16388" y="8528"/>
                  </a:cubicBezTo>
                  <a:lnTo>
                    <a:pt x="17416" y="6415"/>
                  </a:lnTo>
                  <a:cubicBezTo>
                    <a:pt x="17640" y="6484"/>
                    <a:pt x="17867" y="6516"/>
                    <a:pt x="18093" y="6516"/>
                  </a:cubicBezTo>
                  <a:cubicBezTo>
                    <a:pt x="19035" y="6516"/>
                    <a:pt x="19951" y="5935"/>
                    <a:pt x="20457" y="4892"/>
                  </a:cubicBezTo>
                  <a:cubicBezTo>
                    <a:pt x="21213" y="3336"/>
                    <a:pt x="20768" y="1343"/>
                    <a:pt x="19464" y="440"/>
                  </a:cubicBezTo>
                  <a:cubicBezTo>
                    <a:pt x="19033" y="142"/>
                    <a:pt x="18563" y="0"/>
                    <a:pt x="18098" y="0"/>
                  </a:cubicBezTo>
                  <a:cubicBezTo>
                    <a:pt x="17156" y="0"/>
                    <a:pt x="16240" y="582"/>
                    <a:pt x="15734" y="1624"/>
                  </a:cubicBezTo>
                  <a:cubicBezTo>
                    <a:pt x="15106" y="2917"/>
                    <a:pt x="15307" y="4510"/>
                    <a:pt x="16139" y="5530"/>
                  </a:cubicBezTo>
                  <a:lnTo>
                    <a:pt x="15113" y="7644"/>
                  </a:lnTo>
                  <a:cubicBezTo>
                    <a:pt x="14896" y="7577"/>
                    <a:pt x="14667" y="7542"/>
                    <a:pt x="14433" y="7542"/>
                  </a:cubicBezTo>
                  <a:cubicBezTo>
                    <a:pt x="13181" y="7542"/>
                    <a:pt x="12127" y="8548"/>
                    <a:pt x="11805" y="9919"/>
                  </a:cubicBezTo>
                  <a:lnTo>
                    <a:pt x="9020" y="9919"/>
                  </a:lnTo>
                  <a:cubicBezTo>
                    <a:pt x="8698" y="8548"/>
                    <a:pt x="7643" y="7542"/>
                    <a:pt x="6392" y="7542"/>
                  </a:cubicBezTo>
                  <a:cubicBezTo>
                    <a:pt x="6157" y="7542"/>
                    <a:pt x="5929" y="7577"/>
                    <a:pt x="5711" y="7644"/>
                  </a:cubicBezTo>
                  <a:lnTo>
                    <a:pt x="4685" y="5530"/>
                  </a:lnTo>
                  <a:cubicBezTo>
                    <a:pt x="5518" y="4510"/>
                    <a:pt x="5718" y="2917"/>
                    <a:pt x="5090" y="1624"/>
                  </a:cubicBezTo>
                  <a:cubicBezTo>
                    <a:pt x="4584" y="582"/>
                    <a:pt x="3668" y="0"/>
                    <a:pt x="2726" y="0"/>
                  </a:cubicBezTo>
                  <a:close/>
                  <a:moveTo>
                    <a:pt x="2728" y="1761"/>
                  </a:moveTo>
                  <a:cubicBezTo>
                    <a:pt x="3175" y="1761"/>
                    <a:pt x="3591" y="2046"/>
                    <a:pt x="3815" y="2507"/>
                  </a:cubicBezTo>
                  <a:cubicBezTo>
                    <a:pt x="3983" y="2853"/>
                    <a:pt x="4027" y="3257"/>
                    <a:pt x="3941" y="3644"/>
                  </a:cubicBezTo>
                  <a:cubicBezTo>
                    <a:pt x="3855" y="4030"/>
                    <a:pt x="3649" y="4353"/>
                    <a:pt x="3359" y="4554"/>
                  </a:cubicBezTo>
                  <a:cubicBezTo>
                    <a:pt x="3165" y="4688"/>
                    <a:pt x="2954" y="4755"/>
                    <a:pt x="2733" y="4755"/>
                  </a:cubicBezTo>
                  <a:cubicBezTo>
                    <a:pt x="2286" y="4755"/>
                    <a:pt x="1868" y="4470"/>
                    <a:pt x="1644" y="4010"/>
                  </a:cubicBezTo>
                  <a:cubicBezTo>
                    <a:pt x="1476" y="3664"/>
                    <a:pt x="1432" y="3259"/>
                    <a:pt x="1518" y="2873"/>
                  </a:cubicBezTo>
                  <a:cubicBezTo>
                    <a:pt x="1604" y="2486"/>
                    <a:pt x="1810" y="2163"/>
                    <a:pt x="2100" y="1963"/>
                  </a:cubicBezTo>
                  <a:cubicBezTo>
                    <a:pt x="2294" y="1828"/>
                    <a:pt x="2506" y="1761"/>
                    <a:pt x="2728" y="1761"/>
                  </a:cubicBezTo>
                  <a:close/>
                  <a:moveTo>
                    <a:pt x="18098" y="1761"/>
                  </a:moveTo>
                  <a:cubicBezTo>
                    <a:pt x="18320" y="1761"/>
                    <a:pt x="18530" y="1829"/>
                    <a:pt x="18724" y="1963"/>
                  </a:cubicBezTo>
                  <a:cubicBezTo>
                    <a:pt x="19014" y="2163"/>
                    <a:pt x="19222" y="2486"/>
                    <a:pt x="19308" y="2873"/>
                  </a:cubicBezTo>
                  <a:cubicBezTo>
                    <a:pt x="19394" y="3259"/>
                    <a:pt x="19348" y="3664"/>
                    <a:pt x="19180" y="4010"/>
                  </a:cubicBezTo>
                  <a:cubicBezTo>
                    <a:pt x="18956" y="4470"/>
                    <a:pt x="18540" y="4755"/>
                    <a:pt x="18093" y="4755"/>
                  </a:cubicBezTo>
                  <a:cubicBezTo>
                    <a:pt x="17872" y="4755"/>
                    <a:pt x="17661" y="4688"/>
                    <a:pt x="17467" y="4554"/>
                  </a:cubicBezTo>
                  <a:cubicBezTo>
                    <a:pt x="17177" y="4353"/>
                    <a:pt x="16969" y="4030"/>
                    <a:pt x="16883" y="3644"/>
                  </a:cubicBezTo>
                  <a:cubicBezTo>
                    <a:pt x="16797" y="3257"/>
                    <a:pt x="16843" y="2853"/>
                    <a:pt x="17011" y="2507"/>
                  </a:cubicBezTo>
                  <a:cubicBezTo>
                    <a:pt x="17235" y="2046"/>
                    <a:pt x="17651" y="1761"/>
                    <a:pt x="18098" y="1761"/>
                  </a:cubicBezTo>
                  <a:close/>
                  <a:moveTo>
                    <a:pt x="2733" y="16845"/>
                  </a:moveTo>
                  <a:cubicBezTo>
                    <a:pt x="2954" y="16845"/>
                    <a:pt x="3165" y="16912"/>
                    <a:pt x="3359" y="17046"/>
                  </a:cubicBezTo>
                  <a:cubicBezTo>
                    <a:pt x="3649" y="17247"/>
                    <a:pt x="3855" y="17572"/>
                    <a:pt x="3941" y="17958"/>
                  </a:cubicBezTo>
                  <a:cubicBezTo>
                    <a:pt x="4027" y="18345"/>
                    <a:pt x="3983" y="18747"/>
                    <a:pt x="3815" y="19093"/>
                  </a:cubicBezTo>
                  <a:cubicBezTo>
                    <a:pt x="3591" y="19554"/>
                    <a:pt x="3175" y="19841"/>
                    <a:pt x="2728" y="19841"/>
                  </a:cubicBezTo>
                  <a:cubicBezTo>
                    <a:pt x="2506" y="19841"/>
                    <a:pt x="2294" y="19772"/>
                    <a:pt x="2100" y="19637"/>
                  </a:cubicBezTo>
                  <a:cubicBezTo>
                    <a:pt x="1810" y="19437"/>
                    <a:pt x="1604" y="19114"/>
                    <a:pt x="1518" y="18727"/>
                  </a:cubicBezTo>
                  <a:cubicBezTo>
                    <a:pt x="1432" y="18341"/>
                    <a:pt x="1476" y="17938"/>
                    <a:pt x="1644" y="17592"/>
                  </a:cubicBezTo>
                  <a:cubicBezTo>
                    <a:pt x="1868" y="17132"/>
                    <a:pt x="2286" y="16845"/>
                    <a:pt x="2733" y="16845"/>
                  </a:cubicBezTo>
                  <a:close/>
                  <a:moveTo>
                    <a:pt x="18093" y="16845"/>
                  </a:moveTo>
                  <a:cubicBezTo>
                    <a:pt x="18540" y="16845"/>
                    <a:pt x="18956" y="17132"/>
                    <a:pt x="19180" y="17592"/>
                  </a:cubicBezTo>
                  <a:cubicBezTo>
                    <a:pt x="19348" y="17938"/>
                    <a:pt x="19394" y="18341"/>
                    <a:pt x="19308" y="18727"/>
                  </a:cubicBezTo>
                  <a:cubicBezTo>
                    <a:pt x="19222" y="19114"/>
                    <a:pt x="19014" y="19437"/>
                    <a:pt x="18724" y="19637"/>
                  </a:cubicBezTo>
                  <a:cubicBezTo>
                    <a:pt x="18530" y="19772"/>
                    <a:pt x="18320" y="19839"/>
                    <a:pt x="18098" y="19839"/>
                  </a:cubicBezTo>
                  <a:cubicBezTo>
                    <a:pt x="17651" y="19839"/>
                    <a:pt x="17235" y="19554"/>
                    <a:pt x="17011" y="19093"/>
                  </a:cubicBezTo>
                  <a:cubicBezTo>
                    <a:pt x="16843" y="18747"/>
                    <a:pt x="16797" y="18345"/>
                    <a:pt x="16883" y="17958"/>
                  </a:cubicBezTo>
                  <a:cubicBezTo>
                    <a:pt x="16969" y="17572"/>
                    <a:pt x="17177" y="17247"/>
                    <a:pt x="17467" y="17046"/>
                  </a:cubicBezTo>
                  <a:cubicBezTo>
                    <a:pt x="17661" y="16912"/>
                    <a:pt x="17872" y="16845"/>
                    <a:pt x="18093" y="16845"/>
                  </a:cubicBezTo>
                  <a:close/>
                </a:path>
              </a:pathLst>
            </a:custGeom>
            <a:solidFill>
              <a:srgbClr val="6FA8E7"/>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5"/>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Types of Omics</a:t>
            </a:r>
            <a:endParaRPr/>
          </a:p>
        </p:txBody>
      </p:sp>
      <p:sp>
        <p:nvSpPr>
          <p:cNvPr id="256" name="Google Shape;256;p35"/>
          <p:cNvSpPr txBox="1"/>
          <p:nvPr>
            <p:ph idx="2" type="body"/>
          </p:nvPr>
        </p:nvSpPr>
        <p:spPr>
          <a:xfrm>
            <a:off x="1195685" y="1236721"/>
            <a:ext cx="4311000" cy="3452400"/>
          </a:xfrm>
          <a:prstGeom prst="rect">
            <a:avLst/>
          </a:prstGeom>
          <a:noFill/>
          <a:ln>
            <a:noFill/>
          </a:ln>
        </p:spPr>
        <p:txBody>
          <a:bodyPr anchorCtr="0" anchor="t" bIns="19050" lIns="19050" spcFirstLastPara="1" rIns="19050" wrap="square" tIns="19050">
            <a:normAutofit fontScale="70000" lnSpcReduction="10000"/>
          </a:bodyPr>
          <a:lstStyle/>
          <a:p>
            <a:pPr indent="-99695" lvl="0" marL="114300" rtl="0" algn="l">
              <a:lnSpc>
                <a:spcPct val="90000"/>
              </a:lnSpc>
              <a:spcBef>
                <a:spcPts val="0"/>
              </a:spcBef>
              <a:spcAft>
                <a:spcPts val="0"/>
              </a:spcAft>
              <a:buClr>
                <a:srgbClr val="000000"/>
              </a:buClr>
              <a:buSzPct val="61111"/>
              <a:buFont typeface="Helvetica Neue"/>
              <a:buChar char="●"/>
            </a:pPr>
            <a:r>
              <a:rPr b="1" lang="es"/>
              <a:t>Genomics</a:t>
            </a:r>
            <a:r>
              <a:rPr lang="es" sz="900"/>
              <a:t> Study of the </a:t>
            </a:r>
            <a:r>
              <a:rPr lang="es" u="sng"/>
              <a:t>genome</a:t>
            </a:r>
            <a:r>
              <a:rPr lang="es" sz="900"/>
              <a:t>, which includes all DNA within an organism</a:t>
            </a:r>
            <a:endParaRPr/>
          </a:p>
          <a:p>
            <a:pPr indent="-86995" lvl="1" marL="215900" rtl="0" algn="l">
              <a:lnSpc>
                <a:spcPct val="90000"/>
              </a:lnSpc>
              <a:spcBef>
                <a:spcPts val="800"/>
              </a:spcBef>
              <a:spcAft>
                <a:spcPts val="0"/>
              </a:spcAft>
              <a:buClr>
                <a:srgbClr val="000000"/>
              </a:buClr>
              <a:buSzPct val="122222"/>
              <a:buFont typeface="Helvetica Neue"/>
              <a:buChar char="○"/>
            </a:pPr>
            <a:r>
              <a:rPr lang="es" sz="900"/>
              <a:t>Sequence, structure, and function of genes</a:t>
            </a:r>
            <a:endParaRPr/>
          </a:p>
          <a:p>
            <a:pPr indent="-86995" lvl="1" marL="215900" rtl="0" algn="l">
              <a:lnSpc>
                <a:spcPct val="90000"/>
              </a:lnSpc>
              <a:spcBef>
                <a:spcPts val="800"/>
              </a:spcBef>
              <a:spcAft>
                <a:spcPts val="0"/>
              </a:spcAft>
              <a:buClr>
                <a:srgbClr val="000000"/>
              </a:buClr>
              <a:buSzPct val="122222"/>
              <a:buFont typeface="Helvetica Neue"/>
              <a:buChar char="○"/>
            </a:pPr>
            <a:r>
              <a:rPr lang="es" sz="900"/>
              <a:t>Key technology — Next-generation sequencing (NGS)</a:t>
            </a:r>
            <a:endParaRPr/>
          </a:p>
          <a:p>
            <a:pPr indent="-99695" lvl="0" marL="114300" rtl="0" algn="l">
              <a:lnSpc>
                <a:spcPct val="90000"/>
              </a:lnSpc>
              <a:spcBef>
                <a:spcPts val="800"/>
              </a:spcBef>
              <a:spcAft>
                <a:spcPts val="0"/>
              </a:spcAft>
              <a:buClr>
                <a:srgbClr val="000000"/>
              </a:buClr>
              <a:buSzPct val="61111"/>
              <a:buFont typeface="Helvetica Neue"/>
              <a:buChar char="●"/>
            </a:pPr>
            <a:r>
              <a:rPr b="1" lang="es"/>
              <a:t>Transcriptomics</a:t>
            </a:r>
            <a:r>
              <a:rPr lang="es" sz="900"/>
              <a:t> Study of the </a:t>
            </a:r>
            <a:r>
              <a:rPr lang="es" u="sng"/>
              <a:t>transcriptome</a:t>
            </a:r>
            <a:r>
              <a:rPr lang="es" sz="900"/>
              <a:t>, which is the complete set of RNA transcripts</a:t>
            </a:r>
            <a:endParaRPr/>
          </a:p>
          <a:p>
            <a:pPr indent="-86995" lvl="1" marL="215900" rtl="0" algn="l">
              <a:lnSpc>
                <a:spcPct val="90000"/>
              </a:lnSpc>
              <a:spcBef>
                <a:spcPts val="800"/>
              </a:spcBef>
              <a:spcAft>
                <a:spcPts val="0"/>
              </a:spcAft>
              <a:buClr>
                <a:srgbClr val="000000"/>
              </a:buClr>
              <a:buSzPct val="122222"/>
              <a:buFont typeface="Helvetica Neue"/>
              <a:buChar char="○"/>
            </a:pPr>
            <a:r>
              <a:rPr lang="es" sz="900"/>
              <a:t>Gene expression and regulation</a:t>
            </a:r>
            <a:endParaRPr/>
          </a:p>
          <a:p>
            <a:pPr indent="-86995" lvl="1" marL="215900" rtl="0" algn="l">
              <a:lnSpc>
                <a:spcPct val="90000"/>
              </a:lnSpc>
              <a:spcBef>
                <a:spcPts val="800"/>
              </a:spcBef>
              <a:spcAft>
                <a:spcPts val="0"/>
              </a:spcAft>
              <a:buClr>
                <a:srgbClr val="000000"/>
              </a:buClr>
              <a:buSzPct val="122222"/>
              <a:buFont typeface="Helvetica Neue"/>
              <a:buChar char="○"/>
            </a:pPr>
            <a:r>
              <a:rPr lang="es" sz="900"/>
              <a:t>Key technology — RNA sequencing (RNA-seq)</a:t>
            </a:r>
            <a:endParaRPr/>
          </a:p>
          <a:p>
            <a:pPr indent="-99695" lvl="0" marL="114300" rtl="0" algn="l">
              <a:lnSpc>
                <a:spcPct val="90000"/>
              </a:lnSpc>
              <a:spcBef>
                <a:spcPts val="800"/>
              </a:spcBef>
              <a:spcAft>
                <a:spcPts val="0"/>
              </a:spcAft>
              <a:buClr>
                <a:srgbClr val="000000"/>
              </a:buClr>
              <a:buSzPct val="61111"/>
              <a:buFont typeface="Helvetica Neue"/>
              <a:buChar char="●"/>
            </a:pPr>
            <a:r>
              <a:rPr b="1" lang="es"/>
              <a:t>Proteomics</a:t>
            </a:r>
            <a:r>
              <a:rPr lang="es" sz="900"/>
              <a:t> Study of the </a:t>
            </a:r>
            <a:r>
              <a:rPr lang="es" u="sng"/>
              <a:t>proteome</a:t>
            </a:r>
            <a:r>
              <a:rPr lang="es" sz="900"/>
              <a:t>, or the complete set of proteins in a cell or organism</a:t>
            </a:r>
            <a:endParaRPr/>
          </a:p>
          <a:p>
            <a:pPr indent="-86995" lvl="1" marL="215900" rtl="0" algn="l">
              <a:lnSpc>
                <a:spcPct val="90000"/>
              </a:lnSpc>
              <a:spcBef>
                <a:spcPts val="800"/>
              </a:spcBef>
              <a:spcAft>
                <a:spcPts val="0"/>
              </a:spcAft>
              <a:buClr>
                <a:srgbClr val="000000"/>
              </a:buClr>
              <a:buSzPct val="122222"/>
              <a:buFont typeface="Helvetica Neue"/>
              <a:buChar char="○"/>
            </a:pPr>
            <a:r>
              <a:rPr lang="es" sz="900"/>
              <a:t>Protein structure, function, interactions, and modifications</a:t>
            </a:r>
            <a:endParaRPr/>
          </a:p>
          <a:p>
            <a:pPr indent="-86995" lvl="1" marL="215900" rtl="0" algn="l">
              <a:lnSpc>
                <a:spcPct val="90000"/>
              </a:lnSpc>
              <a:spcBef>
                <a:spcPts val="800"/>
              </a:spcBef>
              <a:spcAft>
                <a:spcPts val="0"/>
              </a:spcAft>
              <a:buClr>
                <a:srgbClr val="000000"/>
              </a:buClr>
              <a:buSzPct val="122222"/>
              <a:buFont typeface="Helvetica Neue"/>
              <a:buChar char="○"/>
            </a:pPr>
            <a:r>
              <a:rPr lang="es" sz="900"/>
              <a:t>Key technology — Mass spectrometry (MS)</a:t>
            </a:r>
            <a:endParaRPr/>
          </a:p>
          <a:p>
            <a:pPr indent="-99695" lvl="0" marL="114300" rtl="0" algn="l">
              <a:lnSpc>
                <a:spcPct val="90000"/>
              </a:lnSpc>
              <a:spcBef>
                <a:spcPts val="800"/>
              </a:spcBef>
              <a:spcAft>
                <a:spcPts val="0"/>
              </a:spcAft>
              <a:buClr>
                <a:srgbClr val="000000"/>
              </a:buClr>
              <a:buSzPct val="61111"/>
              <a:buFont typeface="Helvetica Neue"/>
              <a:buChar char="●"/>
            </a:pPr>
            <a:r>
              <a:rPr b="1" lang="es"/>
              <a:t>Metabolomics</a:t>
            </a:r>
            <a:r>
              <a:rPr lang="es" sz="900"/>
              <a:t> Study of the </a:t>
            </a:r>
            <a:r>
              <a:rPr lang="es" u="sng"/>
              <a:t>metabolome</a:t>
            </a:r>
            <a:r>
              <a:rPr lang="es" sz="900"/>
              <a:t>, which includes all small-molecule metabolites in a cell or biological system</a:t>
            </a:r>
            <a:endParaRPr/>
          </a:p>
          <a:p>
            <a:pPr indent="-86995" lvl="1" marL="215900" rtl="0" algn="l">
              <a:lnSpc>
                <a:spcPct val="90000"/>
              </a:lnSpc>
              <a:spcBef>
                <a:spcPts val="800"/>
              </a:spcBef>
              <a:spcAft>
                <a:spcPts val="0"/>
              </a:spcAft>
              <a:buClr>
                <a:srgbClr val="000000"/>
              </a:buClr>
              <a:buSzPct val="122222"/>
              <a:buFont typeface="Helvetica Neue"/>
              <a:buChar char="○"/>
            </a:pPr>
            <a:r>
              <a:rPr lang="es" sz="900"/>
              <a:t>Cellular processes and metabolic pathways</a:t>
            </a:r>
            <a:endParaRPr/>
          </a:p>
          <a:p>
            <a:pPr indent="-86995" lvl="1" marL="215900" rtl="0" algn="l">
              <a:lnSpc>
                <a:spcPct val="90000"/>
              </a:lnSpc>
              <a:spcBef>
                <a:spcPts val="800"/>
              </a:spcBef>
              <a:spcAft>
                <a:spcPts val="0"/>
              </a:spcAft>
              <a:buClr>
                <a:srgbClr val="000000"/>
              </a:buClr>
              <a:buSzPct val="122222"/>
              <a:buFont typeface="Helvetica Neue"/>
              <a:buChar char="○"/>
            </a:pPr>
            <a:r>
              <a:rPr lang="es" sz="900"/>
              <a:t>Key technology — Mass spectrometry (MS)</a:t>
            </a:r>
            <a:endParaRPr/>
          </a:p>
          <a:p>
            <a:pPr indent="-99695" lvl="0" marL="114300" rtl="0" algn="l">
              <a:lnSpc>
                <a:spcPct val="90000"/>
              </a:lnSpc>
              <a:spcBef>
                <a:spcPts val="800"/>
              </a:spcBef>
              <a:spcAft>
                <a:spcPts val="0"/>
              </a:spcAft>
              <a:buClr>
                <a:srgbClr val="000000"/>
              </a:buClr>
              <a:buSzPct val="122222"/>
              <a:buFont typeface="Helvetica Neue"/>
              <a:buChar char="●"/>
            </a:pPr>
            <a:r>
              <a:rPr b="1" lang="es" sz="900"/>
              <a:t>Metaomics </a:t>
            </a:r>
            <a:r>
              <a:rPr b="0" lang="es"/>
              <a:t>Studies the collective genetic material, proteins, metabolites, and other molecular components from entire communities of organisms in a specific environment, without needing to isolate or culture individual species.</a:t>
            </a:r>
            <a:endParaRPr/>
          </a:p>
        </p:txBody>
      </p:sp>
      <p:grpSp>
        <p:nvGrpSpPr>
          <p:cNvPr id="257" name="Google Shape;257;p35"/>
          <p:cNvGrpSpPr/>
          <p:nvPr/>
        </p:nvGrpSpPr>
        <p:grpSpPr>
          <a:xfrm>
            <a:off x="5470525" y="1326356"/>
            <a:ext cx="3532784" cy="2490788"/>
            <a:chOff x="0" y="0"/>
            <a:chExt cx="9420757" cy="6642100"/>
          </a:xfrm>
        </p:grpSpPr>
        <p:pic>
          <p:nvPicPr>
            <p:cNvPr descr="Screenshot 2024-10-31 at 05.57.11.png" id="258" name="Google Shape;258;p35"/>
            <p:cNvPicPr preferRelativeResize="0"/>
            <p:nvPr/>
          </p:nvPicPr>
          <p:blipFill rotWithShape="1">
            <a:blip r:embed="rId3">
              <a:alphaModFix/>
            </a:blip>
            <a:srcRect b="0" l="0" r="0" t="0"/>
            <a:stretch/>
          </p:blipFill>
          <p:spPr>
            <a:xfrm>
              <a:off x="98955" y="0"/>
              <a:ext cx="9321802" cy="6642100"/>
            </a:xfrm>
            <a:prstGeom prst="rect">
              <a:avLst/>
            </a:prstGeom>
            <a:noFill/>
            <a:ln>
              <a:noFill/>
            </a:ln>
          </p:spPr>
        </p:pic>
        <p:sp>
          <p:nvSpPr>
            <p:cNvPr id="259" name="Google Shape;259;p35"/>
            <p:cNvSpPr/>
            <p:nvPr/>
          </p:nvSpPr>
          <p:spPr>
            <a:xfrm>
              <a:off x="0" y="1212850"/>
              <a:ext cx="2420700" cy="816300"/>
            </a:xfrm>
            <a:prstGeom prst="rect">
              <a:avLst/>
            </a:prstGeom>
            <a:solidFill>
              <a:srgbClr val="004C7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rPr b="0" i="0" lang="es" sz="1200" u="none" cap="none" strike="noStrike">
                  <a:solidFill>
                    <a:srgbClr val="FFFFFF"/>
                  </a:solidFill>
                  <a:latin typeface="Helvetica Neue"/>
                  <a:ea typeface="Helvetica Neue"/>
                  <a:cs typeface="Helvetica Neue"/>
                  <a:sym typeface="Helvetica Neue"/>
                </a:rPr>
                <a:t>Genome</a:t>
              </a:r>
              <a:endParaRPr sz="500"/>
            </a:p>
          </p:txBody>
        </p:sp>
        <p:sp>
          <p:nvSpPr>
            <p:cNvPr id="260" name="Google Shape;260;p35"/>
            <p:cNvSpPr/>
            <p:nvPr/>
          </p:nvSpPr>
          <p:spPr>
            <a:xfrm>
              <a:off x="1947333" y="2584450"/>
              <a:ext cx="2989200" cy="816300"/>
            </a:xfrm>
            <a:prstGeom prst="rect">
              <a:avLst/>
            </a:prstGeom>
            <a:solidFill>
              <a:srgbClr val="006B6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rPr b="0" i="0" lang="es" sz="1200" u="none" cap="none" strike="noStrike">
                  <a:solidFill>
                    <a:srgbClr val="FFFFFF"/>
                  </a:solidFill>
                  <a:latin typeface="Helvetica Neue"/>
                  <a:ea typeface="Helvetica Neue"/>
                  <a:cs typeface="Helvetica Neue"/>
                  <a:sym typeface="Helvetica Neue"/>
                </a:rPr>
                <a:t>Transcriptome</a:t>
              </a:r>
              <a:endParaRPr sz="500"/>
            </a:p>
          </p:txBody>
        </p:sp>
        <p:sp>
          <p:nvSpPr>
            <p:cNvPr id="261" name="Google Shape;261;p35"/>
            <p:cNvSpPr/>
            <p:nvPr/>
          </p:nvSpPr>
          <p:spPr>
            <a:xfrm>
              <a:off x="4605867" y="3655483"/>
              <a:ext cx="2300700" cy="816300"/>
            </a:xfrm>
            <a:prstGeom prst="rect">
              <a:avLst/>
            </a:prstGeom>
            <a:solidFill>
              <a:srgbClr val="EF700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rPr b="0" i="0" lang="es" sz="1200" u="none" cap="none" strike="noStrike">
                  <a:solidFill>
                    <a:srgbClr val="FFFFFF"/>
                  </a:solidFill>
                  <a:latin typeface="Helvetica Neue"/>
                  <a:ea typeface="Helvetica Neue"/>
                  <a:cs typeface="Helvetica Neue"/>
                  <a:sym typeface="Helvetica Neue"/>
                </a:rPr>
                <a:t>Proteome</a:t>
              </a:r>
              <a:endParaRPr sz="500"/>
            </a:p>
          </p:txBody>
        </p:sp>
        <p:sp>
          <p:nvSpPr>
            <p:cNvPr id="262" name="Google Shape;262;p35"/>
            <p:cNvSpPr/>
            <p:nvPr/>
          </p:nvSpPr>
          <p:spPr>
            <a:xfrm>
              <a:off x="6570133" y="4633383"/>
              <a:ext cx="2753100" cy="816300"/>
            </a:xfrm>
            <a:prstGeom prst="rect">
              <a:avLst/>
            </a:prstGeom>
            <a:solidFill>
              <a:srgbClr val="950D5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rPr b="0" i="0" lang="es" sz="1200" u="none" cap="none" strike="noStrike">
                  <a:solidFill>
                    <a:srgbClr val="FFFFFF"/>
                  </a:solidFill>
                  <a:latin typeface="Helvetica Neue"/>
                  <a:ea typeface="Helvetica Neue"/>
                  <a:cs typeface="Helvetica Neue"/>
                  <a:sym typeface="Helvetica Neue"/>
                </a:rPr>
                <a:t>Metabolome</a:t>
              </a:r>
              <a:endParaRPr sz="500"/>
            </a:p>
          </p:txBody>
        </p:sp>
      </p:grpSp>
      <p:grpSp>
        <p:nvGrpSpPr>
          <p:cNvPr id="263" name="Google Shape;263;p35"/>
          <p:cNvGrpSpPr/>
          <p:nvPr/>
        </p:nvGrpSpPr>
        <p:grpSpPr>
          <a:xfrm>
            <a:off x="478641" y="1164393"/>
            <a:ext cx="617467" cy="3634283"/>
            <a:chOff x="107215" y="0"/>
            <a:chExt cx="1646579" cy="9691421"/>
          </a:xfrm>
        </p:grpSpPr>
        <p:grpSp>
          <p:nvGrpSpPr>
            <p:cNvPr id="264" name="Google Shape;264;p35"/>
            <p:cNvGrpSpPr/>
            <p:nvPr/>
          </p:nvGrpSpPr>
          <p:grpSpPr>
            <a:xfrm>
              <a:off x="261179" y="0"/>
              <a:ext cx="1451100" cy="1451100"/>
              <a:chOff x="0" y="0"/>
              <a:chExt cx="1451100" cy="1451100"/>
            </a:xfrm>
          </p:grpSpPr>
          <p:sp>
            <p:nvSpPr>
              <p:cNvPr id="265" name="Google Shape;265;p35"/>
              <p:cNvSpPr/>
              <p:nvPr/>
            </p:nvSpPr>
            <p:spPr>
              <a:xfrm>
                <a:off x="0" y="0"/>
                <a:ext cx="1451100" cy="1451100"/>
              </a:xfrm>
              <a:prstGeom prst="ellipse">
                <a:avLst/>
              </a:prstGeom>
              <a:solidFill>
                <a:srgbClr val="004C7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66" name="Google Shape;266;p35"/>
              <p:cNvSpPr/>
              <p:nvPr/>
            </p:nvSpPr>
            <p:spPr>
              <a:xfrm flipH="1" rot="-2700000">
                <a:off x="574506" y="290070"/>
                <a:ext cx="302110" cy="828206"/>
              </a:xfrm>
              <a:custGeom>
                <a:rect b="b" l="l" r="r" t="t"/>
                <a:pathLst>
                  <a:path extrusionOk="0" h="21600" w="21600">
                    <a:moveTo>
                      <a:pt x="0" y="0"/>
                    </a:moveTo>
                    <a:cubicBezTo>
                      <a:pt x="0" y="723"/>
                      <a:pt x="649" y="1419"/>
                      <a:pt x="1816" y="2036"/>
                    </a:cubicBezTo>
                    <a:cubicBezTo>
                      <a:pt x="2984" y="2652"/>
                      <a:pt x="4669" y="3188"/>
                      <a:pt x="6740" y="3591"/>
                    </a:cubicBezTo>
                    <a:cubicBezTo>
                      <a:pt x="2597" y="4395"/>
                      <a:pt x="0" y="5732"/>
                      <a:pt x="0" y="7189"/>
                    </a:cubicBezTo>
                    <a:cubicBezTo>
                      <a:pt x="0" y="8647"/>
                      <a:pt x="2599" y="9985"/>
                      <a:pt x="6750" y="10788"/>
                    </a:cubicBezTo>
                    <a:cubicBezTo>
                      <a:pt x="2599" y="11592"/>
                      <a:pt x="0" y="12931"/>
                      <a:pt x="0" y="14389"/>
                    </a:cubicBezTo>
                    <a:cubicBezTo>
                      <a:pt x="0" y="15850"/>
                      <a:pt x="2611" y="17189"/>
                      <a:pt x="6773" y="17992"/>
                    </a:cubicBezTo>
                    <a:cubicBezTo>
                      <a:pt x="4692" y="18396"/>
                      <a:pt x="2998" y="18935"/>
                      <a:pt x="1826" y="19555"/>
                    </a:cubicBezTo>
                    <a:cubicBezTo>
                      <a:pt x="653" y="20175"/>
                      <a:pt x="0" y="20875"/>
                      <a:pt x="0" y="21600"/>
                    </a:cubicBezTo>
                    <a:lnTo>
                      <a:pt x="2993" y="21600"/>
                    </a:lnTo>
                    <a:cubicBezTo>
                      <a:pt x="2993" y="21460"/>
                      <a:pt x="3027" y="21323"/>
                      <a:pt x="3093" y="21188"/>
                    </a:cubicBezTo>
                    <a:cubicBezTo>
                      <a:pt x="3158" y="21052"/>
                      <a:pt x="3255" y="20920"/>
                      <a:pt x="3382" y="20790"/>
                    </a:cubicBezTo>
                    <a:lnTo>
                      <a:pt x="18214" y="20790"/>
                    </a:lnTo>
                    <a:cubicBezTo>
                      <a:pt x="18340" y="20920"/>
                      <a:pt x="18437" y="21052"/>
                      <a:pt x="18503" y="21188"/>
                    </a:cubicBezTo>
                    <a:cubicBezTo>
                      <a:pt x="18568" y="21323"/>
                      <a:pt x="18602" y="21460"/>
                      <a:pt x="18602" y="21600"/>
                    </a:cubicBezTo>
                    <a:lnTo>
                      <a:pt x="21600" y="21600"/>
                    </a:lnTo>
                    <a:cubicBezTo>
                      <a:pt x="21600" y="20875"/>
                      <a:pt x="20947" y="20175"/>
                      <a:pt x="19773" y="19556"/>
                    </a:cubicBezTo>
                    <a:cubicBezTo>
                      <a:pt x="18599" y="18936"/>
                      <a:pt x="16904" y="18397"/>
                      <a:pt x="14823" y="17994"/>
                    </a:cubicBezTo>
                    <a:cubicBezTo>
                      <a:pt x="18986" y="17191"/>
                      <a:pt x="21600" y="15850"/>
                      <a:pt x="21600" y="14389"/>
                    </a:cubicBezTo>
                    <a:cubicBezTo>
                      <a:pt x="21600" y="12931"/>
                      <a:pt x="18996" y="11592"/>
                      <a:pt x="14846" y="10788"/>
                    </a:cubicBezTo>
                    <a:cubicBezTo>
                      <a:pt x="18997" y="9985"/>
                      <a:pt x="21600" y="8647"/>
                      <a:pt x="21600" y="7189"/>
                    </a:cubicBezTo>
                    <a:cubicBezTo>
                      <a:pt x="21600" y="5732"/>
                      <a:pt x="19003" y="4395"/>
                      <a:pt x="14860" y="3591"/>
                    </a:cubicBezTo>
                    <a:cubicBezTo>
                      <a:pt x="16931" y="3188"/>
                      <a:pt x="18616" y="2652"/>
                      <a:pt x="19784" y="2036"/>
                    </a:cubicBezTo>
                    <a:cubicBezTo>
                      <a:pt x="20951" y="1419"/>
                      <a:pt x="21600" y="723"/>
                      <a:pt x="21600" y="0"/>
                    </a:cubicBezTo>
                    <a:lnTo>
                      <a:pt x="18602" y="0"/>
                    </a:lnTo>
                    <a:cubicBezTo>
                      <a:pt x="18602" y="128"/>
                      <a:pt x="18571" y="256"/>
                      <a:pt x="18511" y="382"/>
                    </a:cubicBezTo>
                    <a:cubicBezTo>
                      <a:pt x="18451" y="508"/>
                      <a:pt x="18362" y="633"/>
                      <a:pt x="18246" y="756"/>
                    </a:cubicBezTo>
                    <a:lnTo>
                      <a:pt x="3349" y="756"/>
                    </a:lnTo>
                    <a:cubicBezTo>
                      <a:pt x="3233" y="633"/>
                      <a:pt x="3144" y="508"/>
                      <a:pt x="3084" y="382"/>
                    </a:cubicBezTo>
                    <a:cubicBezTo>
                      <a:pt x="3024" y="256"/>
                      <a:pt x="2993" y="128"/>
                      <a:pt x="2993" y="0"/>
                    </a:cubicBezTo>
                    <a:lnTo>
                      <a:pt x="0" y="0"/>
                    </a:lnTo>
                    <a:close/>
                    <a:moveTo>
                      <a:pt x="4252" y="1404"/>
                    </a:moveTo>
                    <a:lnTo>
                      <a:pt x="17348" y="1404"/>
                    </a:lnTo>
                    <a:cubicBezTo>
                      <a:pt x="16685" y="1761"/>
                      <a:pt x="15777" y="2087"/>
                      <a:pt x="14671" y="2364"/>
                    </a:cubicBezTo>
                    <a:cubicBezTo>
                      <a:pt x="13565" y="2641"/>
                      <a:pt x="12262" y="2868"/>
                      <a:pt x="10807" y="3027"/>
                    </a:cubicBezTo>
                    <a:lnTo>
                      <a:pt x="10798" y="3026"/>
                    </a:lnTo>
                    <a:lnTo>
                      <a:pt x="10788" y="3027"/>
                    </a:lnTo>
                    <a:cubicBezTo>
                      <a:pt x="9334" y="2868"/>
                      <a:pt x="8032" y="2641"/>
                      <a:pt x="6927" y="2364"/>
                    </a:cubicBezTo>
                    <a:cubicBezTo>
                      <a:pt x="5822" y="2087"/>
                      <a:pt x="4915" y="1761"/>
                      <a:pt x="4252" y="1404"/>
                    </a:cubicBezTo>
                    <a:close/>
                    <a:moveTo>
                      <a:pt x="10798" y="4161"/>
                    </a:moveTo>
                    <a:cubicBezTo>
                      <a:pt x="12255" y="4320"/>
                      <a:pt x="13561" y="4546"/>
                      <a:pt x="14668" y="4821"/>
                    </a:cubicBezTo>
                    <a:cubicBezTo>
                      <a:pt x="15775" y="5097"/>
                      <a:pt x="16684" y="5421"/>
                      <a:pt x="17348" y="5778"/>
                    </a:cubicBezTo>
                    <a:lnTo>
                      <a:pt x="4247" y="5778"/>
                    </a:lnTo>
                    <a:cubicBezTo>
                      <a:pt x="4911" y="5421"/>
                      <a:pt x="5820" y="5097"/>
                      <a:pt x="6928" y="4821"/>
                    </a:cubicBezTo>
                    <a:cubicBezTo>
                      <a:pt x="8035" y="4546"/>
                      <a:pt x="9340" y="4320"/>
                      <a:pt x="10798" y="4161"/>
                    </a:cubicBezTo>
                    <a:close/>
                    <a:moveTo>
                      <a:pt x="3349" y="6426"/>
                    </a:moveTo>
                    <a:lnTo>
                      <a:pt x="18246" y="6426"/>
                    </a:lnTo>
                    <a:cubicBezTo>
                      <a:pt x="18479" y="6673"/>
                      <a:pt x="18602" y="6929"/>
                      <a:pt x="18602" y="7189"/>
                    </a:cubicBezTo>
                    <a:cubicBezTo>
                      <a:pt x="18602" y="7444"/>
                      <a:pt x="18484" y="7695"/>
                      <a:pt x="18260" y="7938"/>
                    </a:cubicBezTo>
                    <a:lnTo>
                      <a:pt x="3340" y="7938"/>
                    </a:lnTo>
                    <a:cubicBezTo>
                      <a:pt x="3116" y="7695"/>
                      <a:pt x="2993" y="7444"/>
                      <a:pt x="2993" y="7189"/>
                    </a:cubicBezTo>
                    <a:cubicBezTo>
                      <a:pt x="2993" y="6929"/>
                      <a:pt x="3117" y="6673"/>
                      <a:pt x="3349" y="6426"/>
                    </a:cubicBezTo>
                    <a:close/>
                    <a:moveTo>
                      <a:pt x="4224" y="8586"/>
                    </a:moveTo>
                    <a:lnTo>
                      <a:pt x="17376" y="8586"/>
                    </a:lnTo>
                    <a:cubicBezTo>
                      <a:pt x="16714" y="8946"/>
                      <a:pt x="15803" y="9274"/>
                      <a:pt x="14690" y="9552"/>
                    </a:cubicBezTo>
                    <a:cubicBezTo>
                      <a:pt x="13578" y="9830"/>
                      <a:pt x="12264" y="10058"/>
                      <a:pt x="10798" y="10218"/>
                    </a:cubicBezTo>
                    <a:cubicBezTo>
                      <a:pt x="9331" y="10058"/>
                      <a:pt x="8019" y="9830"/>
                      <a:pt x="6907" y="9552"/>
                    </a:cubicBezTo>
                    <a:cubicBezTo>
                      <a:pt x="5796" y="9274"/>
                      <a:pt x="4886" y="8946"/>
                      <a:pt x="4224" y="8586"/>
                    </a:cubicBezTo>
                    <a:close/>
                    <a:moveTo>
                      <a:pt x="10798" y="11360"/>
                    </a:moveTo>
                    <a:cubicBezTo>
                      <a:pt x="12243" y="11518"/>
                      <a:pt x="13539" y="11741"/>
                      <a:pt x="14640" y="12014"/>
                    </a:cubicBezTo>
                    <a:cubicBezTo>
                      <a:pt x="15742" y="12286"/>
                      <a:pt x="16649" y="12607"/>
                      <a:pt x="17316" y="12960"/>
                    </a:cubicBezTo>
                    <a:lnTo>
                      <a:pt x="4284" y="12960"/>
                    </a:lnTo>
                    <a:cubicBezTo>
                      <a:pt x="4951" y="12607"/>
                      <a:pt x="5857" y="12286"/>
                      <a:pt x="6957" y="12014"/>
                    </a:cubicBezTo>
                    <a:cubicBezTo>
                      <a:pt x="8058" y="11742"/>
                      <a:pt x="9353" y="11518"/>
                      <a:pt x="10798" y="11360"/>
                    </a:cubicBezTo>
                    <a:close/>
                    <a:moveTo>
                      <a:pt x="3368" y="13608"/>
                    </a:moveTo>
                    <a:lnTo>
                      <a:pt x="18232" y="13608"/>
                    </a:lnTo>
                    <a:cubicBezTo>
                      <a:pt x="18476" y="13861"/>
                      <a:pt x="18602" y="14123"/>
                      <a:pt x="18602" y="14389"/>
                    </a:cubicBezTo>
                    <a:cubicBezTo>
                      <a:pt x="18602" y="14638"/>
                      <a:pt x="18492" y="14883"/>
                      <a:pt x="18278" y="15120"/>
                    </a:cubicBezTo>
                    <a:lnTo>
                      <a:pt x="3322" y="15120"/>
                    </a:lnTo>
                    <a:cubicBezTo>
                      <a:pt x="3108" y="14883"/>
                      <a:pt x="2993" y="14638"/>
                      <a:pt x="2993" y="14389"/>
                    </a:cubicBezTo>
                    <a:cubicBezTo>
                      <a:pt x="2993" y="14123"/>
                      <a:pt x="3124" y="13861"/>
                      <a:pt x="3368" y="13608"/>
                    </a:cubicBezTo>
                    <a:close/>
                    <a:moveTo>
                      <a:pt x="4191" y="15768"/>
                    </a:moveTo>
                    <a:lnTo>
                      <a:pt x="17409" y="15768"/>
                    </a:lnTo>
                    <a:cubicBezTo>
                      <a:pt x="16749" y="16132"/>
                      <a:pt x="15836" y="16464"/>
                      <a:pt x="14718" y="16744"/>
                    </a:cubicBezTo>
                    <a:cubicBezTo>
                      <a:pt x="13600" y="17025"/>
                      <a:pt x="12277" y="17255"/>
                      <a:pt x="10798" y="17417"/>
                    </a:cubicBezTo>
                    <a:cubicBezTo>
                      <a:pt x="9319" y="17255"/>
                      <a:pt x="7997" y="17025"/>
                      <a:pt x="6880" y="16744"/>
                    </a:cubicBezTo>
                    <a:cubicBezTo>
                      <a:pt x="5763" y="16463"/>
                      <a:pt x="4851" y="16132"/>
                      <a:pt x="4191" y="15768"/>
                    </a:cubicBezTo>
                    <a:close/>
                    <a:moveTo>
                      <a:pt x="10798" y="18571"/>
                    </a:moveTo>
                    <a:cubicBezTo>
                      <a:pt x="12233" y="18728"/>
                      <a:pt x="13522" y="18946"/>
                      <a:pt x="14618" y="19213"/>
                    </a:cubicBezTo>
                    <a:cubicBezTo>
                      <a:pt x="15715" y="19479"/>
                      <a:pt x="16620" y="19793"/>
                      <a:pt x="17288" y="20142"/>
                    </a:cubicBezTo>
                    <a:lnTo>
                      <a:pt x="4307" y="20142"/>
                    </a:lnTo>
                    <a:cubicBezTo>
                      <a:pt x="4976" y="19793"/>
                      <a:pt x="5881" y="19479"/>
                      <a:pt x="6977" y="19213"/>
                    </a:cubicBezTo>
                    <a:cubicBezTo>
                      <a:pt x="8074" y="18946"/>
                      <a:pt x="9362" y="18728"/>
                      <a:pt x="10798" y="18571"/>
                    </a:cubicBezTo>
                    <a:close/>
                  </a:path>
                </a:pathLst>
              </a:custGeom>
              <a:solidFill>
                <a:srgbClr val="6FA8E7"/>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267" name="Google Shape;267;p35"/>
            <p:cNvGrpSpPr/>
            <p:nvPr/>
          </p:nvGrpSpPr>
          <p:grpSpPr>
            <a:xfrm>
              <a:off x="219665" y="1909398"/>
              <a:ext cx="1451100" cy="1451100"/>
              <a:chOff x="0" y="0"/>
              <a:chExt cx="1451100" cy="1451100"/>
            </a:xfrm>
          </p:grpSpPr>
          <p:sp>
            <p:nvSpPr>
              <p:cNvPr id="268" name="Google Shape;268;p35"/>
              <p:cNvSpPr/>
              <p:nvPr/>
            </p:nvSpPr>
            <p:spPr>
              <a:xfrm>
                <a:off x="0" y="0"/>
                <a:ext cx="1451100" cy="1451100"/>
              </a:xfrm>
              <a:prstGeom prst="ellipse">
                <a:avLst/>
              </a:prstGeom>
              <a:solidFill>
                <a:srgbClr val="006B6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nvGrpSpPr>
              <p:cNvPr id="269" name="Google Shape;269;p35"/>
              <p:cNvGrpSpPr/>
              <p:nvPr/>
            </p:nvGrpSpPr>
            <p:grpSpPr>
              <a:xfrm>
                <a:off x="262149" y="224254"/>
                <a:ext cx="1002630" cy="1002630"/>
                <a:chOff x="14" y="-1"/>
                <a:chExt cx="1002630" cy="1002630"/>
              </a:xfrm>
            </p:grpSpPr>
            <p:sp>
              <p:nvSpPr>
                <p:cNvPr id="270" name="Google Shape;270;p35"/>
                <p:cNvSpPr/>
                <p:nvPr/>
              </p:nvSpPr>
              <p:spPr>
                <a:xfrm rot="2700000">
                  <a:off x="319108" y="-25430"/>
                  <a:ext cx="364443" cy="1053490"/>
                </a:xfrm>
                <a:custGeom>
                  <a:rect b="b" l="l" r="r" t="t"/>
                  <a:pathLst>
                    <a:path extrusionOk="0" h="21600" w="20192">
                      <a:moveTo>
                        <a:pt x="122" y="0"/>
                      </a:moveTo>
                      <a:cubicBezTo>
                        <a:pt x="-392" y="990"/>
                        <a:pt x="741" y="1999"/>
                        <a:pt x="3000" y="2562"/>
                      </a:cubicBezTo>
                      <a:cubicBezTo>
                        <a:pt x="5051" y="3074"/>
                        <a:pt x="7632" y="3108"/>
                        <a:pt x="10042" y="3317"/>
                      </a:cubicBezTo>
                      <a:cubicBezTo>
                        <a:pt x="13115" y="3584"/>
                        <a:pt x="15973" y="4155"/>
                        <a:pt x="17932" y="5070"/>
                      </a:cubicBezTo>
                      <a:cubicBezTo>
                        <a:pt x="20408" y="6228"/>
                        <a:pt x="21068" y="7820"/>
                        <a:pt x="18804" y="8998"/>
                      </a:cubicBezTo>
                      <a:cubicBezTo>
                        <a:pt x="16407" y="10245"/>
                        <a:pt x="11872" y="10391"/>
                        <a:pt x="8068" y="10950"/>
                      </a:cubicBezTo>
                      <a:cubicBezTo>
                        <a:pt x="5258" y="11363"/>
                        <a:pt x="2741" y="12046"/>
                        <a:pt x="1315" y="13032"/>
                      </a:cubicBezTo>
                      <a:cubicBezTo>
                        <a:pt x="-532" y="14309"/>
                        <a:pt x="-160" y="15901"/>
                        <a:pt x="2832" y="16772"/>
                      </a:cubicBezTo>
                      <a:cubicBezTo>
                        <a:pt x="5808" y="17638"/>
                        <a:pt x="10047" y="17303"/>
                        <a:pt x="13461" y="17861"/>
                      </a:cubicBezTo>
                      <a:cubicBezTo>
                        <a:pt x="17346" y="18497"/>
                        <a:pt x="19426" y="20076"/>
                        <a:pt x="18385" y="21600"/>
                      </a:cubicBezTo>
                    </a:path>
                  </a:pathLst>
                </a:custGeom>
                <a:noFill/>
                <a:ln cap="flat" cmpd="sng" w="14300">
                  <a:solidFill>
                    <a:srgbClr val="929292"/>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4C7F"/>
                    </a:buClr>
                    <a:buSzPts val="1400"/>
                    <a:buFont typeface="Helvetica Neue"/>
                    <a:buNone/>
                  </a:pPr>
                  <a:r>
                    <a:t/>
                  </a:r>
                  <a:endParaRPr b="1" i="0" sz="1400" u="none" cap="none" strike="noStrike">
                    <a:solidFill>
                      <a:srgbClr val="004C7F"/>
                    </a:solidFill>
                    <a:latin typeface="Helvetica Neue"/>
                    <a:ea typeface="Helvetica Neue"/>
                    <a:cs typeface="Helvetica Neue"/>
                    <a:sym typeface="Helvetica Neue"/>
                  </a:endParaRPr>
                </a:p>
              </p:txBody>
            </p:sp>
            <p:cxnSp>
              <p:nvCxnSpPr>
                <p:cNvPr id="271" name="Google Shape;271;p35"/>
                <p:cNvCxnSpPr/>
                <p:nvPr/>
              </p:nvCxnSpPr>
              <p:spPr>
                <a:xfrm>
                  <a:off x="719969" y="61323"/>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272" name="Google Shape;272;p35"/>
                <p:cNvCxnSpPr/>
                <p:nvPr/>
              </p:nvCxnSpPr>
              <p:spPr>
                <a:xfrm>
                  <a:off x="619864" y="259940"/>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273" name="Google Shape;273;p35"/>
                <p:cNvCxnSpPr/>
                <p:nvPr/>
              </p:nvCxnSpPr>
              <p:spPr>
                <a:xfrm>
                  <a:off x="540417" y="339387"/>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274" name="Google Shape;274;p35"/>
                <p:cNvCxnSpPr/>
                <p:nvPr/>
              </p:nvCxnSpPr>
              <p:spPr>
                <a:xfrm>
                  <a:off x="314787" y="466504"/>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275" name="Google Shape;275;p35"/>
                <p:cNvCxnSpPr/>
                <p:nvPr/>
              </p:nvCxnSpPr>
              <p:spPr>
                <a:xfrm>
                  <a:off x="231436" y="549856"/>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276" name="Google Shape;276;p35"/>
                <p:cNvCxnSpPr/>
                <p:nvPr/>
              </p:nvCxnSpPr>
              <p:spPr>
                <a:xfrm>
                  <a:off x="110088" y="769716"/>
                  <a:ext cx="171600" cy="171600"/>
                </a:xfrm>
                <a:prstGeom prst="straightConnector1">
                  <a:avLst/>
                </a:prstGeom>
                <a:noFill/>
                <a:ln cap="flat" cmpd="sng" w="14300">
                  <a:solidFill>
                    <a:srgbClr val="929292"/>
                  </a:solidFill>
                  <a:prstDash val="solid"/>
                  <a:miter lim="400000"/>
                  <a:headEnd len="sm" w="sm" type="none"/>
                  <a:tailEnd len="sm" w="sm" type="none"/>
                </a:ln>
              </p:spPr>
            </p:cxnSp>
          </p:grpSp>
        </p:grpSp>
        <p:grpSp>
          <p:nvGrpSpPr>
            <p:cNvPr id="277" name="Google Shape;277;p35"/>
            <p:cNvGrpSpPr/>
            <p:nvPr/>
          </p:nvGrpSpPr>
          <p:grpSpPr>
            <a:xfrm>
              <a:off x="107215" y="3881549"/>
              <a:ext cx="1620641" cy="1516989"/>
              <a:chOff x="107215" y="95026"/>
              <a:chExt cx="1620641" cy="1516989"/>
            </a:xfrm>
          </p:grpSpPr>
          <p:sp>
            <p:nvSpPr>
              <p:cNvPr id="278" name="Google Shape;278;p35"/>
              <p:cNvSpPr/>
              <p:nvPr/>
            </p:nvSpPr>
            <p:spPr>
              <a:xfrm>
                <a:off x="276756" y="160915"/>
                <a:ext cx="1451100" cy="1451100"/>
              </a:xfrm>
              <a:prstGeom prst="ellipse">
                <a:avLst/>
              </a:prstGeom>
              <a:solidFill>
                <a:srgbClr val="EF700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pic>
            <p:nvPicPr>
              <p:cNvPr descr="pasted-movie.png" id="279" name="Google Shape;279;p35"/>
              <p:cNvPicPr preferRelativeResize="0"/>
              <p:nvPr/>
            </p:nvPicPr>
            <p:blipFill rotWithShape="1">
              <a:blip r:embed="rId4">
                <a:alphaModFix/>
              </a:blip>
              <a:srcRect b="27114" l="23756" r="67172" t="62196"/>
              <a:stretch/>
            </p:blipFill>
            <p:spPr>
              <a:xfrm flipH="1" rot="-2376479">
                <a:off x="258196" y="385299"/>
                <a:ext cx="1242264" cy="920973"/>
              </a:xfrm>
              <a:custGeom>
                <a:rect b="b" l="l" r="r" t="t"/>
                <a:pathLst>
                  <a:path extrusionOk="0" h="21293" w="21552">
                    <a:moveTo>
                      <a:pt x="8848" y="7"/>
                    </a:moveTo>
                    <a:cubicBezTo>
                      <a:pt x="8829" y="-70"/>
                      <a:pt x="8563" y="453"/>
                      <a:pt x="8256" y="1173"/>
                    </a:cubicBezTo>
                    <a:cubicBezTo>
                      <a:pt x="7907" y="1990"/>
                      <a:pt x="7617" y="2508"/>
                      <a:pt x="7485" y="2540"/>
                    </a:cubicBezTo>
                    <a:cubicBezTo>
                      <a:pt x="7368" y="2568"/>
                      <a:pt x="7232" y="2642"/>
                      <a:pt x="7182" y="2705"/>
                    </a:cubicBezTo>
                    <a:cubicBezTo>
                      <a:pt x="7132" y="2768"/>
                      <a:pt x="7194" y="3659"/>
                      <a:pt x="7326" y="4687"/>
                    </a:cubicBezTo>
                    <a:cubicBezTo>
                      <a:pt x="7490" y="5966"/>
                      <a:pt x="7534" y="6610"/>
                      <a:pt x="7457" y="6733"/>
                    </a:cubicBezTo>
                    <a:cubicBezTo>
                      <a:pt x="7213" y="7124"/>
                      <a:pt x="7866" y="7724"/>
                      <a:pt x="8538" y="7724"/>
                    </a:cubicBezTo>
                    <a:cubicBezTo>
                      <a:pt x="8781" y="7724"/>
                      <a:pt x="8962" y="7556"/>
                      <a:pt x="9323" y="6981"/>
                    </a:cubicBezTo>
                    <a:cubicBezTo>
                      <a:pt x="9581" y="6570"/>
                      <a:pt x="9832" y="6282"/>
                      <a:pt x="9881" y="6348"/>
                    </a:cubicBezTo>
                    <a:cubicBezTo>
                      <a:pt x="9951" y="6442"/>
                      <a:pt x="10177" y="7949"/>
                      <a:pt x="10197" y="8431"/>
                    </a:cubicBezTo>
                    <a:cubicBezTo>
                      <a:pt x="10198" y="8443"/>
                      <a:pt x="10204" y="8456"/>
                      <a:pt x="10204" y="8467"/>
                    </a:cubicBezTo>
                    <a:cubicBezTo>
                      <a:pt x="10204" y="8491"/>
                      <a:pt x="10213" y="8509"/>
                      <a:pt x="10218" y="8532"/>
                    </a:cubicBezTo>
                    <a:cubicBezTo>
                      <a:pt x="10286" y="8728"/>
                      <a:pt x="10967" y="9055"/>
                      <a:pt x="11347" y="9055"/>
                    </a:cubicBezTo>
                    <a:cubicBezTo>
                      <a:pt x="11736" y="9055"/>
                      <a:pt x="11960" y="8803"/>
                      <a:pt x="12573" y="7687"/>
                    </a:cubicBezTo>
                    <a:cubicBezTo>
                      <a:pt x="12741" y="7382"/>
                      <a:pt x="12922" y="7163"/>
                      <a:pt x="12979" y="7210"/>
                    </a:cubicBezTo>
                    <a:cubicBezTo>
                      <a:pt x="13036" y="7257"/>
                      <a:pt x="13083" y="7789"/>
                      <a:pt x="13083" y="8385"/>
                    </a:cubicBezTo>
                    <a:cubicBezTo>
                      <a:pt x="13083" y="9458"/>
                      <a:pt x="13085" y="9471"/>
                      <a:pt x="13454" y="9761"/>
                    </a:cubicBezTo>
                    <a:cubicBezTo>
                      <a:pt x="13659" y="9922"/>
                      <a:pt x="14011" y="10141"/>
                      <a:pt x="14232" y="10248"/>
                    </a:cubicBezTo>
                    <a:cubicBezTo>
                      <a:pt x="14617" y="10433"/>
                      <a:pt x="14652" y="10415"/>
                      <a:pt x="14997" y="9991"/>
                    </a:cubicBezTo>
                    <a:cubicBezTo>
                      <a:pt x="15467" y="9412"/>
                      <a:pt x="16482" y="8710"/>
                      <a:pt x="16690" y="8816"/>
                    </a:cubicBezTo>
                    <a:cubicBezTo>
                      <a:pt x="16694" y="8818"/>
                      <a:pt x="16694" y="8823"/>
                      <a:pt x="16697" y="8825"/>
                    </a:cubicBezTo>
                    <a:cubicBezTo>
                      <a:pt x="16699" y="8826"/>
                      <a:pt x="16703" y="8825"/>
                      <a:pt x="16704" y="8825"/>
                    </a:cubicBezTo>
                    <a:cubicBezTo>
                      <a:pt x="16714" y="8830"/>
                      <a:pt x="16717" y="8837"/>
                      <a:pt x="16725" y="8844"/>
                    </a:cubicBezTo>
                    <a:cubicBezTo>
                      <a:pt x="16741" y="8858"/>
                      <a:pt x="16755" y="8870"/>
                      <a:pt x="16766" y="8889"/>
                    </a:cubicBezTo>
                    <a:cubicBezTo>
                      <a:pt x="16790" y="8927"/>
                      <a:pt x="16807" y="8965"/>
                      <a:pt x="16801" y="9009"/>
                    </a:cubicBezTo>
                    <a:cubicBezTo>
                      <a:pt x="16807" y="9079"/>
                      <a:pt x="16801" y="9165"/>
                      <a:pt x="16780" y="9275"/>
                    </a:cubicBezTo>
                    <a:cubicBezTo>
                      <a:pt x="16684" y="9783"/>
                      <a:pt x="17016" y="10893"/>
                      <a:pt x="17372" y="11266"/>
                    </a:cubicBezTo>
                    <a:cubicBezTo>
                      <a:pt x="17581" y="11485"/>
                      <a:pt x="17822" y="11559"/>
                      <a:pt x="18295" y="11560"/>
                    </a:cubicBezTo>
                    <a:cubicBezTo>
                      <a:pt x="18298" y="11560"/>
                      <a:pt x="18299" y="11560"/>
                      <a:pt x="18302" y="11560"/>
                    </a:cubicBezTo>
                    <a:cubicBezTo>
                      <a:pt x="18314" y="11560"/>
                      <a:pt x="18318" y="11560"/>
                      <a:pt x="18329" y="11560"/>
                    </a:cubicBezTo>
                    <a:cubicBezTo>
                      <a:pt x="18853" y="11557"/>
                      <a:pt x="19002" y="11492"/>
                      <a:pt x="19307" y="11138"/>
                    </a:cubicBezTo>
                    <a:cubicBezTo>
                      <a:pt x="19842" y="10516"/>
                      <a:pt x="20103" y="10449"/>
                      <a:pt x="20560" y="10826"/>
                    </a:cubicBezTo>
                    <a:cubicBezTo>
                      <a:pt x="21083" y="11256"/>
                      <a:pt x="21386" y="12083"/>
                      <a:pt x="21386" y="13083"/>
                    </a:cubicBezTo>
                    <a:cubicBezTo>
                      <a:pt x="21386" y="14026"/>
                      <a:pt x="21174" y="14471"/>
                      <a:pt x="20491" y="14946"/>
                    </a:cubicBezTo>
                    <a:cubicBezTo>
                      <a:pt x="20104" y="15215"/>
                      <a:pt x="19978" y="15239"/>
                      <a:pt x="19665" y="15102"/>
                    </a:cubicBezTo>
                    <a:cubicBezTo>
                      <a:pt x="19358" y="14966"/>
                      <a:pt x="19248" y="14980"/>
                      <a:pt x="18990" y="15202"/>
                    </a:cubicBezTo>
                    <a:cubicBezTo>
                      <a:pt x="18562" y="15571"/>
                      <a:pt x="18193" y="16123"/>
                      <a:pt x="18006" y="16680"/>
                    </a:cubicBezTo>
                    <a:cubicBezTo>
                      <a:pt x="17810" y="17261"/>
                      <a:pt x="17687" y="17374"/>
                      <a:pt x="17524" y="17111"/>
                    </a:cubicBezTo>
                    <a:cubicBezTo>
                      <a:pt x="17454" y="16999"/>
                      <a:pt x="17150" y="16761"/>
                      <a:pt x="16849" y="16588"/>
                    </a:cubicBezTo>
                    <a:cubicBezTo>
                      <a:pt x="16548" y="16415"/>
                      <a:pt x="16243" y="16134"/>
                      <a:pt x="16174" y="15964"/>
                    </a:cubicBezTo>
                    <a:cubicBezTo>
                      <a:pt x="16106" y="15794"/>
                      <a:pt x="15780" y="15267"/>
                      <a:pt x="15451" y="14790"/>
                    </a:cubicBezTo>
                    <a:cubicBezTo>
                      <a:pt x="15122" y="14312"/>
                      <a:pt x="14859" y="13828"/>
                      <a:pt x="14859" y="13716"/>
                    </a:cubicBezTo>
                    <a:cubicBezTo>
                      <a:pt x="14859" y="13460"/>
                      <a:pt x="14003" y="12404"/>
                      <a:pt x="13537" y="12083"/>
                    </a:cubicBezTo>
                    <a:cubicBezTo>
                      <a:pt x="13344" y="11950"/>
                      <a:pt x="12924" y="11800"/>
                      <a:pt x="12607" y="11752"/>
                    </a:cubicBezTo>
                    <a:cubicBezTo>
                      <a:pt x="12291" y="11705"/>
                      <a:pt x="11840" y="11520"/>
                      <a:pt x="11609" y="11339"/>
                    </a:cubicBezTo>
                    <a:cubicBezTo>
                      <a:pt x="11061" y="10913"/>
                      <a:pt x="10479" y="11039"/>
                      <a:pt x="9839" y="11725"/>
                    </a:cubicBezTo>
                    <a:cubicBezTo>
                      <a:pt x="9513" y="12074"/>
                      <a:pt x="9356" y="12181"/>
                      <a:pt x="9013" y="12211"/>
                    </a:cubicBezTo>
                    <a:cubicBezTo>
                      <a:pt x="8907" y="12243"/>
                      <a:pt x="8799" y="12243"/>
                      <a:pt x="8662" y="12220"/>
                    </a:cubicBezTo>
                    <a:cubicBezTo>
                      <a:pt x="8096" y="12218"/>
                      <a:pt x="7954" y="12157"/>
                      <a:pt x="7567" y="11743"/>
                    </a:cubicBezTo>
                    <a:cubicBezTo>
                      <a:pt x="6970" y="11104"/>
                      <a:pt x="6811" y="11134"/>
                      <a:pt x="6658" y="11890"/>
                    </a:cubicBezTo>
                    <a:cubicBezTo>
                      <a:pt x="6404" y="13149"/>
                      <a:pt x="5557" y="14310"/>
                      <a:pt x="5144" y="13982"/>
                    </a:cubicBezTo>
                    <a:cubicBezTo>
                      <a:pt x="5103" y="13958"/>
                      <a:pt x="5067" y="13914"/>
                      <a:pt x="5027" y="13854"/>
                    </a:cubicBezTo>
                    <a:cubicBezTo>
                      <a:pt x="4855" y="13662"/>
                      <a:pt x="4779" y="13450"/>
                      <a:pt x="4813" y="13248"/>
                    </a:cubicBezTo>
                    <a:cubicBezTo>
                      <a:pt x="4816" y="13199"/>
                      <a:pt x="4820" y="13156"/>
                      <a:pt x="4841" y="13120"/>
                    </a:cubicBezTo>
                    <a:cubicBezTo>
                      <a:pt x="4847" y="13109"/>
                      <a:pt x="4848" y="13094"/>
                      <a:pt x="4854" y="13083"/>
                    </a:cubicBezTo>
                    <a:cubicBezTo>
                      <a:pt x="4857" y="13078"/>
                      <a:pt x="4859" y="13079"/>
                      <a:pt x="4861" y="13074"/>
                    </a:cubicBezTo>
                    <a:cubicBezTo>
                      <a:pt x="5164" y="12502"/>
                      <a:pt x="5431" y="11741"/>
                      <a:pt x="5502" y="11239"/>
                    </a:cubicBezTo>
                    <a:lnTo>
                      <a:pt x="5550" y="10871"/>
                    </a:lnTo>
                    <a:cubicBezTo>
                      <a:pt x="5535" y="10786"/>
                      <a:pt x="5512" y="10713"/>
                      <a:pt x="5474" y="10651"/>
                    </a:cubicBezTo>
                    <a:lnTo>
                      <a:pt x="4944" y="10394"/>
                    </a:lnTo>
                    <a:cubicBezTo>
                      <a:pt x="4596" y="10221"/>
                      <a:pt x="4213" y="10116"/>
                      <a:pt x="4097" y="10165"/>
                    </a:cubicBezTo>
                    <a:cubicBezTo>
                      <a:pt x="3799" y="10291"/>
                      <a:pt x="3552" y="10864"/>
                      <a:pt x="3402" y="11752"/>
                    </a:cubicBezTo>
                    <a:cubicBezTo>
                      <a:pt x="3381" y="11872"/>
                      <a:pt x="3361" y="11963"/>
                      <a:pt x="3340" y="12055"/>
                    </a:cubicBezTo>
                    <a:cubicBezTo>
                      <a:pt x="3328" y="12370"/>
                      <a:pt x="3244" y="12530"/>
                      <a:pt x="2982" y="12743"/>
                    </a:cubicBezTo>
                    <a:lnTo>
                      <a:pt x="2623" y="13037"/>
                    </a:lnTo>
                    <a:lnTo>
                      <a:pt x="2582" y="12964"/>
                    </a:lnTo>
                    <a:cubicBezTo>
                      <a:pt x="2418" y="12972"/>
                      <a:pt x="2339" y="12734"/>
                      <a:pt x="2293" y="12248"/>
                    </a:cubicBezTo>
                    <a:cubicBezTo>
                      <a:pt x="2278" y="12142"/>
                      <a:pt x="2269" y="12030"/>
                      <a:pt x="2265" y="11908"/>
                    </a:cubicBezTo>
                    <a:cubicBezTo>
                      <a:pt x="2263" y="11870"/>
                      <a:pt x="2254" y="11848"/>
                      <a:pt x="2252" y="11807"/>
                    </a:cubicBezTo>
                    <a:cubicBezTo>
                      <a:pt x="2216" y="11067"/>
                      <a:pt x="2260" y="10749"/>
                      <a:pt x="2444" y="10266"/>
                    </a:cubicBezTo>
                    <a:cubicBezTo>
                      <a:pt x="2788" y="9367"/>
                      <a:pt x="2754" y="9231"/>
                      <a:pt x="2059" y="8807"/>
                    </a:cubicBezTo>
                    <a:cubicBezTo>
                      <a:pt x="1447" y="8434"/>
                      <a:pt x="1436" y="8426"/>
                      <a:pt x="1226" y="8706"/>
                    </a:cubicBezTo>
                    <a:cubicBezTo>
                      <a:pt x="1093" y="8882"/>
                      <a:pt x="986" y="9297"/>
                      <a:pt x="943" y="9798"/>
                    </a:cubicBezTo>
                    <a:cubicBezTo>
                      <a:pt x="906" y="10240"/>
                      <a:pt x="839" y="10671"/>
                      <a:pt x="792" y="10752"/>
                    </a:cubicBezTo>
                    <a:cubicBezTo>
                      <a:pt x="662" y="10978"/>
                      <a:pt x="1138" y="12390"/>
                      <a:pt x="1542" y="12973"/>
                    </a:cubicBezTo>
                    <a:cubicBezTo>
                      <a:pt x="1589" y="13040"/>
                      <a:pt x="1621" y="13101"/>
                      <a:pt x="1660" y="13165"/>
                    </a:cubicBezTo>
                    <a:cubicBezTo>
                      <a:pt x="2055" y="13838"/>
                      <a:pt x="1984" y="14384"/>
                      <a:pt x="1391" y="15285"/>
                    </a:cubicBezTo>
                    <a:cubicBezTo>
                      <a:pt x="1109" y="15714"/>
                      <a:pt x="734" y="16140"/>
                      <a:pt x="565" y="16239"/>
                    </a:cubicBezTo>
                    <a:cubicBezTo>
                      <a:pt x="395" y="16338"/>
                      <a:pt x="224" y="16555"/>
                      <a:pt x="186" y="16716"/>
                    </a:cubicBezTo>
                    <a:cubicBezTo>
                      <a:pt x="55" y="17266"/>
                      <a:pt x="-46" y="18388"/>
                      <a:pt x="21" y="18478"/>
                    </a:cubicBezTo>
                    <a:cubicBezTo>
                      <a:pt x="24" y="18481"/>
                      <a:pt x="24" y="18496"/>
                      <a:pt x="28" y="18497"/>
                    </a:cubicBezTo>
                    <a:cubicBezTo>
                      <a:pt x="75" y="18490"/>
                      <a:pt x="145" y="18128"/>
                      <a:pt x="186" y="17689"/>
                    </a:cubicBezTo>
                    <a:cubicBezTo>
                      <a:pt x="274" y="16756"/>
                      <a:pt x="460" y="16343"/>
                      <a:pt x="723" y="16478"/>
                    </a:cubicBezTo>
                    <a:cubicBezTo>
                      <a:pt x="858" y="16547"/>
                      <a:pt x="909" y="16753"/>
                      <a:pt x="909" y="17285"/>
                    </a:cubicBezTo>
                    <a:cubicBezTo>
                      <a:pt x="909" y="18164"/>
                      <a:pt x="1228" y="18880"/>
                      <a:pt x="1818" y="19304"/>
                    </a:cubicBezTo>
                    <a:lnTo>
                      <a:pt x="2059" y="19478"/>
                    </a:lnTo>
                    <a:cubicBezTo>
                      <a:pt x="2176" y="19510"/>
                      <a:pt x="2299" y="19520"/>
                      <a:pt x="2431" y="19506"/>
                    </a:cubicBezTo>
                    <a:lnTo>
                      <a:pt x="2995" y="19249"/>
                    </a:lnTo>
                    <a:cubicBezTo>
                      <a:pt x="3929" y="18825"/>
                      <a:pt x="4154" y="18878"/>
                      <a:pt x="4944" y="19735"/>
                    </a:cubicBezTo>
                    <a:cubicBezTo>
                      <a:pt x="5837" y="20705"/>
                      <a:pt x="6592" y="21045"/>
                      <a:pt x="8063" y="21121"/>
                    </a:cubicBezTo>
                    <a:cubicBezTo>
                      <a:pt x="8895" y="21164"/>
                      <a:pt x="9375" y="21121"/>
                      <a:pt x="9543" y="21002"/>
                    </a:cubicBezTo>
                    <a:cubicBezTo>
                      <a:pt x="9748" y="20856"/>
                      <a:pt x="9822" y="20869"/>
                      <a:pt x="9970" y="21066"/>
                    </a:cubicBezTo>
                    <a:cubicBezTo>
                      <a:pt x="10319" y="21530"/>
                      <a:pt x="10478" y="21291"/>
                      <a:pt x="10514" y="20268"/>
                    </a:cubicBezTo>
                    <a:cubicBezTo>
                      <a:pt x="10527" y="19905"/>
                      <a:pt x="10552" y="19682"/>
                      <a:pt x="10597" y="19478"/>
                    </a:cubicBezTo>
                    <a:cubicBezTo>
                      <a:pt x="10601" y="19461"/>
                      <a:pt x="10598" y="19441"/>
                      <a:pt x="10604" y="19423"/>
                    </a:cubicBezTo>
                    <a:cubicBezTo>
                      <a:pt x="10671" y="19155"/>
                      <a:pt x="10795" y="18921"/>
                      <a:pt x="11051" y="18506"/>
                    </a:cubicBezTo>
                    <a:cubicBezTo>
                      <a:pt x="11588" y="17636"/>
                      <a:pt x="11598" y="17486"/>
                      <a:pt x="11230" y="16450"/>
                    </a:cubicBezTo>
                    <a:cubicBezTo>
                      <a:pt x="11011" y="15831"/>
                      <a:pt x="10868" y="15755"/>
                      <a:pt x="10445" y="16047"/>
                    </a:cubicBezTo>
                    <a:cubicBezTo>
                      <a:pt x="10001" y="16353"/>
                      <a:pt x="9729" y="16347"/>
                      <a:pt x="9206" y="15992"/>
                    </a:cubicBezTo>
                    <a:cubicBezTo>
                      <a:pt x="8618" y="15592"/>
                      <a:pt x="8104" y="15590"/>
                      <a:pt x="8104" y="15992"/>
                    </a:cubicBezTo>
                    <a:cubicBezTo>
                      <a:pt x="8104" y="16156"/>
                      <a:pt x="8018" y="16324"/>
                      <a:pt x="7912" y="16368"/>
                    </a:cubicBezTo>
                    <a:cubicBezTo>
                      <a:pt x="7805" y="16411"/>
                      <a:pt x="7504" y="16578"/>
                      <a:pt x="7244" y="16735"/>
                    </a:cubicBezTo>
                    <a:cubicBezTo>
                      <a:pt x="6984" y="16891"/>
                      <a:pt x="6783" y="16977"/>
                      <a:pt x="6583" y="16992"/>
                    </a:cubicBezTo>
                    <a:cubicBezTo>
                      <a:pt x="6287" y="17014"/>
                      <a:pt x="5984" y="16880"/>
                      <a:pt x="5467" y="16560"/>
                    </a:cubicBezTo>
                    <a:cubicBezTo>
                      <a:pt x="5367" y="16499"/>
                      <a:pt x="5276" y="16445"/>
                      <a:pt x="5185" y="16395"/>
                    </a:cubicBezTo>
                    <a:cubicBezTo>
                      <a:pt x="5096" y="16349"/>
                      <a:pt x="5015" y="16314"/>
                      <a:pt x="4937" y="16276"/>
                    </a:cubicBezTo>
                    <a:cubicBezTo>
                      <a:pt x="4212" y="15941"/>
                      <a:pt x="3749" y="16043"/>
                      <a:pt x="3133" y="16616"/>
                    </a:cubicBezTo>
                    <a:cubicBezTo>
                      <a:pt x="2806" y="16919"/>
                      <a:pt x="2494" y="17166"/>
                      <a:pt x="2438" y="17166"/>
                    </a:cubicBezTo>
                    <a:cubicBezTo>
                      <a:pt x="2352" y="17166"/>
                      <a:pt x="2152" y="17064"/>
                      <a:pt x="1942" y="16928"/>
                    </a:cubicBezTo>
                    <a:cubicBezTo>
                      <a:pt x="1904" y="16928"/>
                      <a:pt x="1869" y="16909"/>
                      <a:pt x="1832" y="16854"/>
                    </a:cubicBezTo>
                    <a:cubicBezTo>
                      <a:pt x="1653" y="16730"/>
                      <a:pt x="1483" y="16590"/>
                      <a:pt x="1370" y="16469"/>
                    </a:cubicBezTo>
                    <a:lnTo>
                      <a:pt x="1109" y="16193"/>
                    </a:lnTo>
                    <a:lnTo>
                      <a:pt x="1563" y="15469"/>
                    </a:lnTo>
                    <a:cubicBezTo>
                      <a:pt x="1833" y="15034"/>
                      <a:pt x="2011" y="14586"/>
                      <a:pt x="2011" y="14358"/>
                    </a:cubicBezTo>
                    <a:cubicBezTo>
                      <a:pt x="2011" y="14149"/>
                      <a:pt x="2078" y="13866"/>
                      <a:pt x="2155" y="13725"/>
                    </a:cubicBezTo>
                    <a:cubicBezTo>
                      <a:pt x="2286" y="13486"/>
                      <a:pt x="2323" y="13476"/>
                      <a:pt x="2720" y="13698"/>
                    </a:cubicBezTo>
                    <a:cubicBezTo>
                      <a:pt x="2824" y="13755"/>
                      <a:pt x="2948" y="13809"/>
                      <a:pt x="3064" y="13844"/>
                    </a:cubicBezTo>
                    <a:cubicBezTo>
                      <a:pt x="3109" y="13851"/>
                      <a:pt x="3130" y="13856"/>
                      <a:pt x="3174" y="13863"/>
                    </a:cubicBezTo>
                    <a:cubicBezTo>
                      <a:pt x="3187" y="13865"/>
                      <a:pt x="3209" y="13869"/>
                      <a:pt x="3223" y="13872"/>
                    </a:cubicBezTo>
                    <a:cubicBezTo>
                      <a:pt x="3300" y="13886"/>
                      <a:pt x="3384" y="13907"/>
                      <a:pt x="3436" y="13900"/>
                    </a:cubicBezTo>
                    <a:cubicBezTo>
                      <a:pt x="3596" y="13878"/>
                      <a:pt x="4012" y="14049"/>
                      <a:pt x="4359" y="14276"/>
                    </a:cubicBezTo>
                    <a:cubicBezTo>
                      <a:pt x="4831" y="14585"/>
                      <a:pt x="5525" y="14787"/>
                      <a:pt x="6066" y="14808"/>
                    </a:cubicBezTo>
                    <a:cubicBezTo>
                      <a:pt x="6261" y="14811"/>
                      <a:pt x="6440" y="14790"/>
                      <a:pt x="6590" y="14753"/>
                    </a:cubicBezTo>
                    <a:cubicBezTo>
                      <a:pt x="6938" y="14630"/>
                      <a:pt x="7494" y="13870"/>
                      <a:pt x="7671" y="13276"/>
                    </a:cubicBezTo>
                    <a:cubicBezTo>
                      <a:pt x="7898" y="12509"/>
                      <a:pt x="7951" y="12464"/>
                      <a:pt x="8455" y="12615"/>
                    </a:cubicBezTo>
                    <a:cubicBezTo>
                      <a:pt x="8983" y="12773"/>
                      <a:pt x="9629" y="12506"/>
                      <a:pt x="10094" y="11936"/>
                    </a:cubicBezTo>
                    <a:cubicBezTo>
                      <a:pt x="10568" y="11355"/>
                      <a:pt x="10803" y="11253"/>
                      <a:pt x="11072" y="11505"/>
                    </a:cubicBezTo>
                    <a:cubicBezTo>
                      <a:pt x="11398" y="11809"/>
                      <a:pt x="11375" y="11976"/>
                      <a:pt x="10920" y="12597"/>
                    </a:cubicBezTo>
                    <a:cubicBezTo>
                      <a:pt x="10472" y="13208"/>
                      <a:pt x="10301" y="14060"/>
                      <a:pt x="10549" y="14459"/>
                    </a:cubicBezTo>
                    <a:cubicBezTo>
                      <a:pt x="10660" y="14639"/>
                      <a:pt x="10892" y="14813"/>
                      <a:pt x="11148" y="14955"/>
                    </a:cubicBezTo>
                    <a:cubicBezTo>
                      <a:pt x="11198" y="14981"/>
                      <a:pt x="11239" y="15013"/>
                      <a:pt x="11292" y="15037"/>
                    </a:cubicBezTo>
                    <a:cubicBezTo>
                      <a:pt x="11369" y="15073"/>
                      <a:pt x="11449" y="15093"/>
                      <a:pt x="11526" y="15120"/>
                    </a:cubicBezTo>
                    <a:cubicBezTo>
                      <a:pt x="11602" y="15147"/>
                      <a:pt x="11672" y="15176"/>
                      <a:pt x="11740" y="15193"/>
                    </a:cubicBezTo>
                    <a:cubicBezTo>
                      <a:pt x="11858" y="15219"/>
                      <a:pt x="11970" y="15232"/>
                      <a:pt x="12063" y="15221"/>
                    </a:cubicBezTo>
                    <a:cubicBezTo>
                      <a:pt x="12445" y="15177"/>
                      <a:pt x="12473" y="15198"/>
                      <a:pt x="12442" y="15551"/>
                    </a:cubicBezTo>
                    <a:cubicBezTo>
                      <a:pt x="12394" y="16103"/>
                      <a:pt x="13145" y="17210"/>
                      <a:pt x="13585" y="17230"/>
                    </a:cubicBezTo>
                    <a:cubicBezTo>
                      <a:pt x="13881" y="17244"/>
                      <a:pt x="13921" y="17298"/>
                      <a:pt x="13971" y="17827"/>
                    </a:cubicBezTo>
                    <a:cubicBezTo>
                      <a:pt x="14014" y="18288"/>
                      <a:pt x="14104" y="18485"/>
                      <a:pt x="14405" y="18754"/>
                    </a:cubicBezTo>
                    <a:cubicBezTo>
                      <a:pt x="15258" y="19518"/>
                      <a:pt x="15755" y="19386"/>
                      <a:pt x="16133" y="18304"/>
                    </a:cubicBezTo>
                    <a:cubicBezTo>
                      <a:pt x="16281" y="17881"/>
                      <a:pt x="16408" y="17390"/>
                      <a:pt x="16408" y="17212"/>
                    </a:cubicBezTo>
                    <a:cubicBezTo>
                      <a:pt x="16409" y="17105"/>
                      <a:pt x="16428" y="17010"/>
                      <a:pt x="16456" y="16928"/>
                    </a:cubicBezTo>
                    <a:cubicBezTo>
                      <a:pt x="16468" y="16896"/>
                      <a:pt x="16482" y="16867"/>
                      <a:pt x="16498" y="16845"/>
                    </a:cubicBezTo>
                    <a:cubicBezTo>
                      <a:pt x="16506" y="16832"/>
                      <a:pt x="16509" y="16806"/>
                      <a:pt x="16518" y="16799"/>
                    </a:cubicBezTo>
                    <a:cubicBezTo>
                      <a:pt x="16522" y="16796"/>
                      <a:pt x="16535" y="16801"/>
                      <a:pt x="16539" y="16799"/>
                    </a:cubicBezTo>
                    <a:cubicBezTo>
                      <a:pt x="16605" y="16749"/>
                      <a:pt x="16683" y="16776"/>
                      <a:pt x="16766" y="16891"/>
                    </a:cubicBezTo>
                    <a:cubicBezTo>
                      <a:pt x="17129" y="17153"/>
                      <a:pt x="17737" y="17829"/>
                      <a:pt x="17737" y="18047"/>
                    </a:cubicBezTo>
                    <a:cubicBezTo>
                      <a:pt x="17737" y="18219"/>
                      <a:pt x="18004" y="18719"/>
                      <a:pt x="18233" y="19056"/>
                    </a:cubicBezTo>
                    <a:cubicBezTo>
                      <a:pt x="18361" y="19210"/>
                      <a:pt x="18475" y="19339"/>
                      <a:pt x="18556" y="19368"/>
                    </a:cubicBezTo>
                    <a:cubicBezTo>
                      <a:pt x="18705" y="19280"/>
                      <a:pt x="18582" y="18692"/>
                      <a:pt x="18274" y="18120"/>
                    </a:cubicBezTo>
                    <a:cubicBezTo>
                      <a:pt x="18103" y="17803"/>
                      <a:pt x="18020" y="17633"/>
                      <a:pt x="17999" y="17478"/>
                    </a:cubicBezTo>
                    <a:lnTo>
                      <a:pt x="17930" y="17340"/>
                    </a:lnTo>
                    <a:lnTo>
                      <a:pt x="18033" y="17148"/>
                    </a:lnTo>
                    <a:cubicBezTo>
                      <a:pt x="18044" y="17106"/>
                      <a:pt x="18052" y="17069"/>
                      <a:pt x="18068" y="17019"/>
                    </a:cubicBezTo>
                    <a:cubicBezTo>
                      <a:pt x="18145" y="16770"/>
                      <a:pt x="18436" y="16266"/>
                      <a:pt x="18715" y="15900"/>
                    </a:cubicBezTo>
                    <a:cubicBezTo>
                      <a:pt x="19215" y="15243"/>
                      <a:pt x="19226" y="15237"/>
                      <a:pt x="19789" y="15331"/>
                    </a:cubicBezTo>
                    <a:cubicBezTo>
                      <a:pt x="20294" y="15415"/>
                      <a:pt x="20644" y="15306"/>
                      <a:pt x="20994" y="14936"/>
                    </a:cubicBezTo>
                    <a:lnTo>
                      <a:pt x="21097" y="14790"/>
                    </a:lnTo>
                    <a:lnTo>
                      <a:pt x="21421" y="14349"/>
                    </a:lnTo>
                    <a:cubicBezTo>
                      <a:pt x="21532" y="14111"/>
                      <a:pt x="21554" y="13847"/>
                      <a:pt x="21552" y="13211"/>
                    </a:cubicBezTo>
                    <a:cubicBezTo>
                      <a:pt x="21547" y="11883"/>
                      <a:pt x="21217" y="10897"/>
                      <a:pt x="20677" y="10596"/>
                    </a:cubicBezTo>
                    <a:cubicBezTo>
                      <a:pt x="20087" y="10267"/>
                      <a:pt x="19783" y="10332"/>
                      <a:pt x="19121" y="10917"/>
                    </a:cubicBezTo>
                    <a:cubicBezTo>
                      <a:pt x="18614" y="11366"/>
                      <a:pt x="18450" y="11439"/>
                      <a:pt x="18116" y="11367"/>
                    </a:cubicBezTo>
                    <a:cubicBezTo>
                      <a:pt x="17623" y="11260"/>
                      <a:pt x="17445" y="11070"/>
                      <a:pt x="17172" y="10358"/>
                    </a:cubicBezTo>
                    <a:cubicBezTo>
                      <a:pt x="17119" y="10218"/>
                      <a:pt x="17075" y="10060"/>
                      <a:pt x="17042" y="9899"/>
                    </a:cubicBezTo>
                    <a:cubicBezTo>
                      <a:pt x="17036" y="9871"/>
                      <a:pt x="17033" y="9844"/>
                      <a:pt x="17028" y="9816"/>
                    </a:cubicBezTo>
                    <a:cubicBezTo>
                      <a:pt x="17003" y="9703"/>
                      <a:pt x="16989" y="9596"/>
                      <a:pt x="16987" y="9495"/>
                    </a:cubicBezTo>
                    <a:cubicBezTo>
                      <a:pt x="16948" y="9110"/>
                      <a:pt x="16971" y="8765"/>
                      <a:pt x="17076" y="8678"/>
                    </a:cubicBezTo>
                    <a:cubicBezTo>
                      <a:pt x="17254" y="8532"/>
                      <a:pt x="17118" y="8380"/>
                      <a:pt x="16449" y="7944"/>
                    </a:cubicBezTo>
                    <a:cubicBezTo>
                      <a:pt x="16235" y="7805"/>
                      <a:pt x="16083" y="7722"/>
                      <a:pt x="15940" y="7669"/>
                    </a:cubicBezTo>
                    <a:cubicBezTo>
                      <a:pt x="15782" y="7629"/>
                      <a:pt x="15620" y="7614"/>
                      <a:pt x="15458" y="7614"/>
                    </a:cubicBezTo>
                    <a:cubicBezTo>
                      <a:pt x="15385" y="7620"/>
                      <a:pt x="15320" y="7618"/>
                      <a:pt x="15231" y="7632"/>
                    </a:cubicBezTo>
                    <a:cubicBezTo>
                      <a:pt x="14973" y="7673"/>
                      <a:pt x="14813" y="7679"/>
                      <a:pt x="14714" y="7651"/>
                    </a:cubicBezTo>
                    <a:cubicBezTo>
                      <a:pt x="14645" y="7631"/>
                      <a:pt x="14602" y="7597"/>
                      <a:pt x="14590" y="7541"/>
                    </a:cubicBezTo>
                    <a:cubicBezTo>
                      <a:pt x="14569" y="7438"/>
                      <a:pt x="14506" y="7093"/>
                      <a:pt x="14453" y="6770"/>
                    </a:cubicBezTo>
                    <a:cubicBezTo>
                      <a:pt x="14368" y="6252"/>
                      <a:pt x="14301" y="6150"/>
                      <a:pt x="13861" y="5926"/>
                    </a:cubicBezTo>
                    <a:cubicBezTo>
                      <a:pt x="13240" y="5610"/>
                      <a:pt x="12357" y="5589"/>
                      <a:pt x="11940" y="5880"/>
                    </a:cubicBezTo>
                    <a:cubicBezTo>
                      <a:pt x="11862" y="5934"/>
                      <a:pt x="11809" y="5967"/>
                      <a:pt x="11754" y="5999"/>
                    </a:cubicBezTo>
                    <a:cubicBezTo>
                      <a:pt x="11713" y="6041"/>
                      <a:pt x="11673" y="6064"/>
                      <a:pt x="11637" y="6054"/>
                    </a:cubicBezTo>
                    <a:cubicBezTo>
                      <a:pt x="11475" y="6110"/>
                      <a:pt x="11406" y="6015"/>
                      <a:pt x="11292" y="5696"/>
                    </a:cubicBezTo>
                    <a:cubicBezTo>
                      <a:pt x="11111" y="5186"/>
                      <a:pt x="10083" y="4478"/>
                      <a:pt x="9516" y="4476"/>
                    </a:cubicBezTo>
                    <a:cubicBezTo>
                      <a:pt x="9161" y="4474"/>
                      <a:pt x="9018" y="4587"/>
                      <a:pt x="8504" y="5283"/>
                    </a:cubicBezTo>
                    <a:cubicBezTo>
                      <a:pt x="8052" y="5895"/>
                      <a:pt x="7879" y="6055"/>
                      <a:pt x="7794" y="5917"/>
                    </a:cubicBezTo>
                    <a:cubicBezTo>
                      <a:pt x="7733" y="5816"/>
                      <a:pt x="7600" y="5139"/>
                      <a:pt x="7498" y="4412"/>
                    </a:cubicBezTo>
                    <a:cubicBezTo>
                      <a:pt x="7323" y="3157"/>
                      <a:pt x="7320" y="3078"/>
                      <a:pt x="7505" y="2898"/>
                    </a:cubicBezTo>
                    <a:cubicBezTo>
                      <a:pt x="7613" y="2793"/>
                      <a:pt x="7736" y="2705"/>
                      <a:pt x="7781" y="2705"/>
                    </a:cubicBezTo>
                    <a:cubicBezTo>
                      <a:pt x="7892" y="2705"/>
                      <a:pt x="8891" y="180"/>
                      <a:pt x="8848" y="7"/>
                    </a:cubicBezTo>
                    <a:close/>
                    <a:moveTo>
                      <a:pt x="13468" y="12743"/>
                    </a:moveTo>
                    <a:cubicBezTo>
                      <a:pt x="13776" y="12743"/>
                      <a:pt x="14013" y="13269"/>
                      <a:pt x="13950" y="13817"/>
                    </a:cubicBezTo>
                    <a:cubicBezTo>
                      <a:pt x="13918" y="14098"/>
                      <a:pt x="12946" y="14718"/>
                      <a:pt x="12814" y="14542"/>
                    </a:cubicBezTo>
                    <a:cubicBezTo>
                      <a:pt x="12780" y="14497"/>
                      <a:pt x="12752" y="14142"/>
                      <a:pt x="12752" y="13753"/>
                    </a:cubicBezTo>
                    <a:cubicBezTo>
                      <a:pt x="12752" y="12979"/>
                      <a:pt x="12922" y="12743"/>
                      <a:pt x="13468" y="12743"/>
                    </a:cubicBezTo>
                    <a:close/>
                    <a:moveTo>
                      <a:pt x="15148" y="15248"/>
                    </a:moveTo>
                    <a:cubicBezTo>
                      <a:pt x="15178" y="15248"/>
                      <a:pt x="15299" y="15320"/>
                      <a:pt x="15417" y="15404"/>
                    </a:cubicBezTo>
                    <a:cubicBezTo>
                      <a:pt x="15747" y="15640"/>
                      <a:pt x="15673" y="15957"/>
                      <a:pt x="15231" y="16203"/>
                    </a:cubicBezTo>
                    <a:cubicBezTo>
                      <a:pt x="14755" y="16468"/>
                      <a:pt x="14774" y="16472"/>
                      <a:pt x="14687" y="16285"/>
                    </a:cubicBezTo>
                    <a:cubicBezTo>
                      <a:pt x="14623" y="16148"/>
                      <a:pt x="15024" y="15248"/>
                      <a:pt x="15148" y="15248"/>
                    </a:cubicBezTo>
                    <a:close/>
                    <a:moveTo>
                      <a:pt x="4207" y="16239"/>
                    </a:moveTo>
                    <a:cubicBezTo>
                      <a:pt x="4371" y="16240"/>
                      <a:pt x="4880" y="16457"/>
                      <a:pt x="5336" y="16726"/>
                    </a:cubicBezTo>
                    <a:cubicBezTo>
                      <a:pt x="6283" y="17282"/>
                      <a:pt x="6624" y="17307"/>
                      <a:pt x="7361" y="16872"/>
                    </a:cubicBezTo>
                    <a:cubicBezTo>
                      <a:pt x="7918" y="16544"/>
                      <a:pt x="8104" y="16574"/>
                      <a:pt x="8104" y="17010"/>
                    </a:cubicBezTo>
                    <a:cubicBezTo>
                      <a:pt x="8104" y="17190"/>
                      <a:pt x="8315" y="17430"/>
                      <a:pt x="8738" y="17726"/>
                    </a:cubicBezTo>
                    <a:cubicBezTo>
                      <a:pt x="9329" y="18139"/>
                      <a:pt x="9370" y="18212"/>
                      <a:pt x="9337" y="18643"/>
                    </a:cubicBezTo>
                    <a:cubicBezTo>
                      <a:pt x="9317" y="18899"/>
                      <a:pt x="9362" y="19199"/>
                      <a:pt x="9433" y="19313"/>
                    </a:cubicBezTo>
                    <a:cubicBezTo>
                      <a:pt x="9504" y="19427"/>
                      <a:pt x="9536" y="19604"/>
                      <a:pt x="9509" y="19708"/>
                    </a:cubicBezTo>
                    <a:cubicBezTo>
                      <a:pt x="9481" y="19812"/>
                      <a:pt x="9500" y="20042"/>
                      <a:pt x="9550" y="20222"/>
                    </a:cubicBezTo>
                    <a:cubicBezTo>
                      <a:pt x="9621" y="20475"/>
                      <a:pt x="9586" y="20606"/>
                      <a:pt x="9399" y="20781"/>
                    </a:cubicBezTo>
                    <a:cubicBezTo>
                      <a:pt x="9232" y="20937"/>
                      <a:pt x="8915" y="21003"/>
                      <a:pt x="8380" y="20992"/>
                    </a:cubicBezTo>
                    <a:cubicBezTo>
                      <a:pt x="6906" y="20964"/>
                      <a:pt x="5916" y="20492"/>
                      <a:pt x="4958" y="19387"/>
                    </a:cubicBezTo>
                    <a:cubicBezTo>
                      <a:pt x="4291" y="18618"/>
                      <a:pt x="3826" y="18506"/>
                      <a:pt x="3078" y="18919"/>
                    </a:cubicBezTo>
                    <a:cubicBezTo>
                      <a:pt x="2365" y="19313"/>
                      <a:pt x="2120" y="19316"/>
                      <a:pt x="1749" y="18928"/>
                    </a:cubicBezTo>
                    <a:cubicBezTo>
                      <a:pt x="918" y="18057"/>
                      <a:pt x="941" y="16508"/>
                      <a:pt x="1777" y="17084"/>
                    </a:cubicBezTo>
                    <a:cubicBezTo>
                      <a:pt x="2295" y="17441"/>
                      <a:pt x="2674" y="17363"/>
                      <a:pt x="3319" y="16772"/>
                    </a:cubicBezTo>
                    <a:cubicBezTo>
                      <a:pt x="3643" y="16474"/>
                      <a:pt x="4044" y="16239"/>
                      <a:pt x="4207" y="16239"/>
                    </a:cubicBezTo>
                    <a:close/>
                  </a:path>
                </a:pathLst>
              </a:custGeom>
              <a:noFill/>
              <a:ln>
                <a:noFill/>
              </a:ln>
            </p:spPr>
          </p:pic>
        </p:grpSp>
        <p:grpSp>
          <p:nvGrpSpPr>
            <p:cNvPr id="280" name="Google Shape;280;p35"/>
            <p:cNvGrpSpPr/>
            <p:nvPr/>
          </p:nvGrpSpPr>
          <p:grpSpPr>
            <a:xfrm>
              <a:off x="302694" y="6109197"/>
              <a:ext cx="1451100" cy="1451100"/>
              <a:chOff x="0" y="0"/>
              <a:chExt cx="1451100" cy="1451100"/>
            </a:xfrm>
          </p:grpSpPr>
          <p:sp>
            <p:nvSpPr>
              <p:cNvPr id="281" name="Google Shape;281;p35"/>
              <p:cNvSpPr/>
              <p:nvPr/>
            </p:nvSpPr>
            <p:spPr>
              <a:xfrm>
                <a:off x="0" y="0"/>
                <a:ext cx="1451100" cy="1451100"/>
              </a:xfrm>
              <a:prstGeom prst="ellipse">
                <a:avLst/>
              </a:prstGeom>
              <a:solidFill>
                <a:srgbClr val="950D5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82" name="Google Shape;282;p35"/>
              <p:cNvSpPr/>
              <p:nvPr/>
            </p:nvSpPr>
            <p:spPr>
              <a:xfrm>
                <a:off x="334018" y="375394"/>
                <a:ext cx="806032" cy="700380"/>
              </a:xfrm>
              <a:custGeom>
                <a:rect b="b" l="l" r="r" t="t"/>
                <a:pathLst>
                  <a:path extrusionOk="0" h="21600" w="20825">
                    <a:moveTo>
                      <a:pt x="2726" y="0"/>
                    </a:moveTo>
                    <a:cubicBezTo>
                      <a:pt x="2262" y="0"/>
                      <a:pt x="1792" y="142"/>
                      <a:pt x="1361" y="440"/>
                    </a:cubicBezTo>
                    <a:cubicBezTo>
                      <a:pt x="57" y="1343"/>
                      <a:pt x="-387" y="3336"/>
                      <a:pt x="369" y="4892"/>
                    </a:cubicBezTo>
                    <a:cubicBezTo>
                      <a:pt x="875" y="5935"/>
                      <a:pt x="1791" y="6516"/>
                      <a:pt x="2733" y="6516"/>
                    </a:cubicBezTo>
                    <a:cubicBezTo>
                      <a:pt x="2959" y="6516"/>
                      <a:pt x="3186" y="6484"/>
                      <a:pt x="3410" y="6415"/>
                    </a:cubicBezTo>
                    <a:lnTo>
                      <a:pt x="4436" y="8528"/>
                    </a:lnTo>
                    <a:cubicBezTo>
                      <a:pt x="3958" y="9115"/>
                      <a:pt x="3662" y="9916"/>
                      <a:pt x="3662" y="10800"/>
                    </a:cubicBezTo>
                    <a:cubicBezTo>
                      <a:pt x="3662" y="11684"/>
                      <a:pt x="3958" y="12485"/>
                      <a:pt x="4436" y="13072"/>
                    </a:cubicBezTo>
                    <a:lnTo>
                      <a:pt x="3410" y="15187"/>
                    </a:lnTo>
                    <a:cubicBezTo>
                      <a:pt x="3186" y="15119"/>
                      <a:pt x="2959" y="15084"/>
                      <a:pt x="2733" y="15084"/>
                    </a:cubicBezTo>
                    <a:cubicBezTo>
                      <a:pt x="1791" y="15084"/>
                      <a:pt x="875" y="15665"/>
                      <a:pt x="369" y="16708"/>
                    </a:cubicBezTo>
                    <a:cubicBezTo>
                      <a:pt x="-387" y="18264"/>
                      <a:pt x="57" y="20259"/>
                      <a:pt x="1361" y="21162"/>
                    </a:cubicBezTo>
                    <a:cubicBezTo>
                      <a:pt x="1792" y="21460"/>
                      <a:pt x="2262" y="21600"/>
                      <a:pt x="2726" y="21600"/>
                    </a:cubicBezTo>
                    <a:cubicBezTo>
                      <a:pt x="3668" y="21600"/>
                      <a:pt x="4584" y="21018"/>
                      <a:pt x="5090" y="19976"/>
                    </a:cubicBezTo>
                    <a:cubicBezTo>
                      <a:pt x="5718" y="18683"/>
                      <a:pt x="5518" y="17090"/>
                      <a:pt x="4685" y="16070"/>
                    </a:cubicBezTo>
                    <a:lnTo>
                      <a:pt x="5711" y="13956"/>
                    </a:lnTo>
                    <a:cubicBezTo>
                      <a:pt x="5929" y="14023"/>
                      <a:pt x="6157" y="14058"/>
                      <a:pt x="6392" y="14058"/>
                    </a:cubicBezTo>
                    <a:cubicBezTo>
                      <a:pt x="7643" y="14058"/>
                      <a:pt x="8698" y="13052"/>
                      <a:pt x="9020" y="11681"/>
                    </a:cubicBezTo>
                    <a:lnTo>
                      <a:pt x="11805" y="11681"/>
                    </a:lnTo>
                    <a:cubicBezTo>
                      <a:pt x="12127" y="13052"/>
                      <a:pt x="13181" y="14058"/>
                      <a:pt x="14433" y="14058"/>
                    </a:cubicBezTo>
                    <a:cubicBezTo>
                      <a:pt x="14667" y="14058"/>
                      <a:pt x="14896" y="14023"/>
                      <a:pt x="15113" y="13956"/>
                    </a:cubicBezTo>
                    <a:lnTo>
                      <a:pt x="16139" y="16070"/>
                    </a:lnTo>
                    <a:cubicBezTo>
                      <a:pt x="15307" y="17090"/>
                      <a:pt x="15106" y="18683"/>
                      <a:pt x="15734" y="19976"/>
                    </a:cubicBezTo>
                    <a:cubicBezTo>
                      <a:pt x="16240" y="21018"/>
                      <a:pt x="17156" y="21600"/>
                      <a:pt x="18098" y="21600"/>
                    </a:cubicBezTo>
                    <a:cubicBezTo>
                      <a:pt x="18563" y="21600"/>
                      <a:pt x="19033" y="21460"/>
                      <a:pt x="19464" y="21162"/>
                    </a:cubicBezTo>
                    <a:cubicBezTo>
                      <a:pt x="20768" y="20259"/>
                      <a:pt x="21213" y="18264"/>
                      <a:pt x="20457" y="16708"/>
                    </a:cubicBezTo>
                    <a:cubicBezTo>
                      <a:pt x="19951" y="15665"/>
                      <a:pt x="19035" y="15083"/>
                      <a:pt x="18093" y="15084"/>
                    </a:cubicBezTo>
                    <a:cubicBezTo>
                      <a:pt x="17867" y="15084"/>
                      <a:pt x="17640" y="15119"/>
                      <a:pt x="17416" y="15187"/>
                    </a:cubicBezTo>
                    <a:lnTo>
                      <a:pt x="16388" y="13072"/>
                    </a:lnTo>
                    <a:cubicBezTo>
                      <a:pt x="16867" y="12485"/>
                      <a:pt x="17162" y="11684"/>
                      <a:pt x="17162" y="10800"/>
                    </a:cubicBezTo>
                    <a:cubicBezTo>
                      <a:pt x="17162" y="9916"/>
                      <a:pt x="16867" y="9115"/>
                      <a:pt x="16388" y="8528"/>
                    </a:cubicBezTo>
                    <a:lnTo>
                      <a:pt x="17416" y="6415"/>
                    </a:lnTo>
                    <a:cubicBezTo>
                      <a:pt x="17640" y="6484"/>
                      <a:pt x="17867" y="6516"/>
                      <a:pt x="18093" y="6516"/>
                    </a:cubicBezTo>
                    <a:cubicBezTo>
                      <a:pt x="19035" y="6516"/>
                      <a:pt x="19951" y="5935"/>
                      <a:pt x="20457" y="4892"/>
                    </a:cubicBezTo>
                    <a:cubicBezTo>
                      <a:pt x="21213" y="3336"/>
                      <a:pt x="20768" y="1343"/>
                      <a:pt x="19464" y="440"/>
                    </a:cubicBezTo>
                    <a:cubicBezTo>
                      <a:pt x="19033" y="142"/>
                      <a:pt x="18563" y="0"/>
                      <a:pt x="18098" y="0"/>
                    </a:cubicBezTo>
                    <a:cubicBezTo>
                      <a:pt x="17156" y="0"/>
                      <a:pt x="16240" y="582"/>
                      <a:pt x="15734" y="1624"/>
                    </a:cubicBezTo>
                    <a:cubicBezTo>
                      <a:pt x="15106" y="2917"/>
                      <a:pt x="15307" y="4510"/>
                      <a:pt x="16139" y="5530"/>
                    </a:cubicBezTo>
                    <a:lnTo>
                      <a:pt x="15113" y="7644"/>
                    </a:lnTo>
                    <a:cubicBezTo>
                      <a:pt x="14896" y="7577"/>
                      <a:pt x="14667" y="7542"/>
                      <a:pt x="14433" y="7542"/>
                    </a:cubicBezTo>
                    <a:cubicBezTo>
                      <a:pt x="13181" y="7542"/>
                      <a:pt x="12127" y="8548"/>
                      <a:pt x="11805" y="9919"/>
                    </a:cubicBezTo>
                    <a:lnTo>
                      <a:pt x="9020" y="9919"/>
                    </a:lnTo>
                    <a:cubicBezTo>
                      <a:pt x="8698" y="8548"/>
                      <a:pt x="7643" y="7542"/>
                      <a:pt x="6392" y="7542"/>
                    </a:cubicBezTo>
                    <a:cubicBezTo>
                      <a:pt x="6157" y="7542"/>
                      <a:pt x="5929" y="7577"/>
                      <a:pt x="5711" y="7644"/>
                    </a:cubicBezTo>
                    <a:lnTo>
                      <a:pt x="4685" y="5530"/>
                    </a:lnTo>
                    <a:cubicBezTo>
                      <a:pt x="5518" y="4510"/>
                      <a:pt x="5718" y="2917"/>
                      <a:pt x="5090" y="1624"/>
                    </a:cubicBezTo>
                    <a:cubicBezTo>
                      <a:pt x="4584" y="582"/>
                      <a:pt x="3668" y="0"/>
                      <a:pt x="2726" y="0"/>
                    </a:cubicBezTo>
                    <a:close/>
                    <a:moveTo>
                      <a:pt x="2728" y="1761"/>
                    </a:moveTo>
                    <a:cubicBezTo>
                      <a:pt x="3175" y="1761"/>
                      <a:pt x="3591" y="2046"/>
                      <a:pt x="3815" y="2507"/>
                    </a:cubicBezTo>
                    <a:cubicBezTo>
                      <a:pt x="3983" y="2853"/>
                      <a:pt x="4027" y="3257"/>
                      <a:pt x="3941" y="3644"/>
                    </a:cubicBezTo>
                    <a:cubicBezTo>
                      <a:pt x="3855" y="4030"/>
                      <a:pt x="3649" y="4353"/>
                      <a:pt x="3359" y="4554"/>
                    </a:cubicBezTo>
                    <a:cubicBezTo>
                      <a:pt x="3165" y="4688"/>
                      <a:pt x="2954" y="4755"/>
                      <a:pt x="2733" y="4755"/>
                    </a:cubicBezTo>
                    <a:cubicBezTo>
                      <a:pt x="2286" y="4755"/>
                      <a:pt x="1868" y="4470"/>
                      <a:pt x="1644" y="4010"/>
                    </a:cubicBezTo>
                    <a:cubicBezTo>
                      <a:pt x="1476" y="3664"/>
                      <a:pt x="1432" y="3259"/>
                      <a:pt x="1518" y="2873"/>
                    </a:cubicBezTo>
                    <a:cubicBezTo>
                      <a:pt x="1604" y="2486"/>
                      <a:pt x="1810" y="2163"/>
                      <a:pt x="2100" y="1963"/>
                    </a:cubicBezTo>
                    <a:cubicBezTo>
                      <a:pt x="2294" y="1828"/>
                      <a:pt x="2506" y="1761"/>
                      <a:pt x="2728" y="1761"/>
                    </a:cubicBezTo>
                    <a:close/>
                    <a:moveTo>
                      <a:pt x="18098" y="1761"/>
                    </a:moveTo>
                    <a:cubicBezTo>
                      <a:pt x="18320" y="1761"/>
                      <a:pt x="18530" y="1829"/>
                      <a:pt x="18724" y="1963"/>
                    </a:cubicBezTo>
                    <a:cubicBezTo>
                      <a:pt x="19014" y="2163"/>
                      <a:pt x="19222" y="2486"/>
                      <a:pt x="19308" y="2873"/>
                    </a:cubicBezTo>
                    <a:cubicBezTo>
                      <a:pt x="19394" y="3259"/>
                      <a:pt x="19348" y="3664"/>
                      <a:pt x="19180" y="4010"/>
                    </a:cubicBezTo>
                    <a:cubicBezTo>
                      <a:pt x="18956" y="4470"/>
                      <a:pt x="18540" y="4755"/>
                      <a:pt x="18093" y="4755"/>
                    </a:cubicBezTo>
                    <a:cubicBezTo>
                      <a:pt x="17872" y="4755"/>
                      <a:pt x="17661" y="4688"/>
                      <a:pt x="17467" y="4554"/>
                    </a:cubicBezTo>
                    <a:cubicBezTo>
                      <a:pt x="17177" y="4353"/>
                      <a:pt x="16969" y="4030"/>
                      <a:pt x="16883" y="3644"/>
                    </a:cubicBezTo>
                    <a:cubicBezTo>
                      <a:pt x="16797" y="3257"/>
                      <a:pt x="16843" y="2853"/>
                      <a:pt x="17011" y="2507"/>
                    </a:cubicBezTo>
                    <a:cubicBezTo>
                      <a:pt x="17235" y="2046"/>
                      <a:pt x="17651" y="1761"/>
                      <a:pt x="18098" y="1761"/>
                    </a:cubicBezTo>
                    <a:close/>
                    <a:moveTo>
                      <a:pt x="2733" y="16845"/>
                    </a:moveTo>
                    <a:cubicBezTo>
                      <a:pt x="2954" y="16845"/>
                      <a:pt x="3165" y="16912"/>
                      <a:pt x="3359" y="17046"/>
                    </a:cubicBezTo>
                    <a:cubicBezTo>
                      <a:pt x="3649" y="17247"/>
                      <a:pt x="3855" y="17572"/>
                      <a:pt x="3941" y="17958"/>
                    </a:cubicBezTo>
                    <a:cubicBezTo>
                      <a:pt x="4027" y="18345"/>
                      <a:pt x="3983" y="18747"/>
                      <a:pt x="3815" y="19093"/>
                    </a:cubicBezTo>
                    <a:cubicBezTo>
                      <a:pt x="3591" y="19554"/>
                      <a:pt x="3175" y="19841"/>
                      <a:pt x="2728" y="19841"/>
                    </a:cubicBezTo>
                    <a:cubicBezTo>
                      <a:pt x="2506" y="19841"/>
                      <a:pt x="2294" y="19772"/>
                      <a:pt x="2100" y="19637"/>
                    </a:cubicBezTo>
                    <a:cubicBezTo>
                      <a:pt x="1810" y="19437"/>
                      <a:pt x="1604" y="19114"/>
                      <a:pt x="1518" y="18727"/>
                    </a:cubicBezTo>
                    <a:cubicBezTo>
                      <a:pt x="1432" y="18341"/>
                      <a:pt x="1476" y="17938"/>
                      <a:pt x="1644" y="17592"/>
                    </a:cubicBezTo>
                    <a:cubicBezTo>
                      <a:pt x="1868" y="17132"/>
                      <a:pt x="2286" y="16845"/>
                      <a:pt x="2733" y="16845"/>
                    </a:cubicBezTo>
                    <a:close/>
                    <a:moveTo>
                      <a:pt x="18093" y="16845"/>
                    </a:moveTo>
                    <a:cubicBezTo>
                      <a:pt x="18540" y="16845"/>
                      <a:pt x="18956" y="17132"/>
                      <a:pt x="19180" y="17592"/>
                    </a:cubicBezTo>
                    <a:cubicBezTo>
                      <a:pt x="19348" y="17938"/>
                      <a:pt x="19394" y="18341"/>
                      <a:pt x="19308" y="18727"/>
                    </a:cubicBezTo>
                    <a:cubicBezTo>
                      <a:pt x="19222" y="19114"/>
                      <a:pt x="19014" y="19437"/>
                      <a:pt x="18724" y="19637"/>
                    </a:cubicBezTo>
                    <a:cubicBezTo>
                      <a:pt x="18530" y="19772"/>
                      <a:pt x="18320" y="19839"/>
                      <a:pt x="18098" y="19839"/>
                    </a:cubicBezTo>
                    <a:cubicBezTo>
                      <a:pt x="17651" y="19839"/>
                      <a:pt x="17235" y="19554"/>
                      <a:pt x="17011" y="19093"/>
                    </a:cubicBezTo>
                    <a:cubicBezTo>
                      <a:pt x="16843" y="18747"/>
                      <a:pt x="16797" y="18345"/>
                      <a:pt x="16883" y="17958"/>
                    </a:cubicBezTo>
                    <a:cubicBezTo>
                      <a:pt x="16969" y="17572"/>
                      <a:pt x="17177" y="17247"/>
                      <a:pt x="17467" y="17046"/>
                    </a:cubicBezTo>
                    <a:cubicBezTo>
                      <a:pt x="17661" y="16912"/>
                      <a:pt x="17872" y="16845"/>
                      <a:pt x="18093" y="16845"/>
                    </a:cubicBezTo>
                    <a:close/>
                  </a:path>
                </a:pathLst>
              </a:custGeom>
              <a:solidFill>
                <a:srgbClr val="6FA8E7"/>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283" name="Google Shape;283;p35"/>
            <p:cNvGrpSpPr/>
            <p:nvPr/>
          </p:nvGrpSpPr>
          <p:grpSpPr>
            <a:xfrm>
              <a:off x="296684" y="8240321"/>
              <a:ext cx="1451100" cy="1451100"/>
              <a:chOff x="0" y="0"/>
              <a:chExt cx="1451100" cy="1451100"/>
            </a:xfrm>
          </p:grpSpPr>
          <p:sp>
            <p:nvSpPr>
              <p:cNvPr id="284" name="Google Shape;284;p35"/>
              <p:cNvSpPr/>
              <p:nvPr/>
            </p:nvSpPr>
            <p:spPr>
              <a:xfrm>
                <a:off x="0" y="0"/>
                <a:ext cx="1451100" cy="1451100"/>
              </a:xfrm>
              <a:prstGeom prst="ellipse">
                <a:avLst/>
              </a:prstGeom>
              <a:solidFill>
                <a:schemeClr val="accent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pic>
            <p:nvPicPr>
              <p:cNvPr descr="pasted-movie.png" id="285" name="Google Shape;285;p35"/>
              <p:cNvPicPr preferRelativeResize="0"/>
              <p:nvPr/>
            </p:nvPicPr>
            <p:blipFill rotWithShape="1">
              <a:blip r:embed="rId5">
                <a:alphaModFix/>
              </a:blip>
              <a:srcRect b="0" l="0" r="0" t="0"/>
              <a:stretch/>
            </p:blipFill>
            <p:spPr>
              <a:xfrm>
                <a:off x="153475" y="153475"/>
                <a:ext cx="1144101" cy="1144101"/>
              </a:xfrm>
              <a:prstGeom prst="rect">
                <a:avLst/>
              </a:prstGeom>
              <a:noFill/>
              <a:ln>
                <a:noFill/>
              </a:ln>
            </p:spPr>
          </p:pic>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6"/>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Omics Data</a:t>
            </a:r>
            <a:endParaRPr/>
          </a:p>
        </p:txBody>
      </p:sp>
      <p:grpSp>
        <p:nvGrpSpPr>
          <p:cNvPr id="291" name="Google Shape;291;p36"/>
          <p:cNvGrpSpPr/>
          <p:nvPr/>
        </p:nvGrpSpPr>
        <p:grpSpPr>
          <a:xfrm>
            <a:off x="1361291" y="1456892"/>
            <a:ext cx="615213" cy="3120861"/>
            <a:chOff x="107215" y="0"/>
            <a:chExt cx="1640569" cy="8322297"/>
          </a:xfrm>
        </p:grpSpPr>
        <p:grpSp>
          <p:nvGrpSpPr>
            <p:cNvPr id="292" name="Google Shape;292;p36"/>
            <p:cNvGrpSpPr/>
            <p:nvPr/>
          </p:nvGrpSpPr>
          <p:grpSpPr>
            <a:xfrm>
              <a:off x="296684" y="0"/>
              <a:ext cx="1451100" cy="1451100"/>
              <a:chOff x="0" y="0"/>
              <a:chExt cx="1451100" cy="1451100"/>
            </a:xfrm>
          </p:grpSpPr>
          <p:sp>
            <p:nvSpPr>
              <p:cNvPr id="293" name="Google Shape;293;p36"/>
              <p:cNvSpPr/>
              <p:nvPr/>
            </p:nvSpPr>
            <p:spPr>
              <a:xfrm>
                <a:off x="0" y="0"/>
                <a:ext cx="1451100" cy="1451100"/>
              </a:xfrm>
              <a:prstGeom prst="ellipse">
                <a:avLst/>
              </a:prstGeom>
              <a:solidFill>
                <a:srgbClr val="004C7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94" name="Google Shape;294;p36"/>
              <p:cNvSpPr/>
              <p:nvPr/>
            </p:nvSpPr>
            <p:spPr>
              <a:xfrm flipH="1" rot="-2700000">
                <a:off x="574506" y="290070"/>
                <a:ext cx="302110" cy="828206"/>
              </a:xfrm>
              <a:custGeom>
                <a:rect b="b" l="l" r="r" t="t"/>
                <a:pathLst>
                  <a:path extrusionOk="0" h="21600" w="21600">
                    <a:moveTo>
                      <a:pt x="0" y="0"/>
                    </a:moveTo>
                    <a:cubicBezTo>
                      <a:pt x="0" y="723"/>
                      <a:pt x="649" y="1419"/>
                      <a:pt x="1816" y="2036"/>
                    </a:cubicBezTo>
                    <a:cubicBezTo>
                      <a:pt x="2984" y="2652"/>
                      <a:pt x="4669" y="3188"/>
                      <a:pt x="6740" y="3591"/>
                    </a:cubicBezTo>
                    <a:cubicBezTo>
                      <a:pt x="2597" y="4395"/>
                      <a:pt x="0" y="5732"/>
                      <a:pt x="0" y="7189"/>
                    </a:cubicBezTo>
                    <a:cubicBezTo>
                      <a:pt x="0" y="8647"/>
                      <a:pt x="2599" y="9985"/>
                      <a:pt x="6750" y="10788"/>
                    </a:cubicBezTo>
                    <a:cubicBezTo>
                      <a:pt x="2599" y="11592"/>
                      <a:pt x="0" y="12931"/>
                      <a:pt x="0" y="14389"/>
                    </a:cubicBezTo>
                    <a:cubicBezTo>
                      <a:pt x="0" y="15850"/>
                      <a:pt x="2611" y="17189"/>
                      <a:pt x="6773" y="17992"/>
                    </a:cubicBezTo>
                    <a:cubicBezTo>
                      <a:pt x="4692" y="18396"/>
                      <a:pt x="2998" y="18935"/>
                      <a:pt x="1826" y="19555"/>
                    </a:cubicBezTo>
                    <a:cubicBezTo>
                      <a:pt x="653" y="20175"/>
                      <a:pt x="0" y="20875"/>
                      <a:pt x="0" y="21600"/>
                    </a:cubicBezTo>
                    <a:lnTo>
                      <a:pt x="2993" y="21600"/>
                    </a:lnTo>
                    <a:cubicBezTo>
                      <a:pt x="2993" y="21460"/>
                      <a:pt x="3027" y="21323"/>
                      <a:pt x="3093" y="21188"/>
                    </a:cubicBezTo>
                    <a:cubicBezTo>
                      <a:pt x="3158" y="21052"/>
                      <a:pt x="3255" y="20920"/>
                      <a:pt x="3382" y="20790"/>
                    </a:cubicBezTo>
                    <a:lnTo>
                      <a:pt x="18214" y="20790"/>
                    </a:lnTo>
                    <a:cubicBezTo>
                      <a:pt x="18340" y="20920"/>
                      <a:pt x="18437" y="21052"/>
                      <a:pt x="18503" y="21188"/>
                    </a:cubicBezTo>
                    <a:cubicBezTo>
                      <a:pt x="18568" y="21323"/>
                      <a:pt x="18602" y="21460"/>
                      <a:pt x="18602" y="21600"/>
                    </a:cubicBezTo>
                    <a:lnTo>
                      <a:pt x="21600" y="21600"/>
                    </a:lnTo>
                    <a:cubicBezTo>
                      <a:pt x="21600" y="20875"/>
                      <a:pt x="20947" y="20175"/>
                      <a:pt x="19773" y="19556"/>
                    </a:cubicBezTo>
                    <a:cubicBezTo>
                      <a:pt x="18599" y="18936"/>
                      <a:pt x="16904" y="18397"/>
                      <a:pt x="14823" y="17994"/>
                    </a:cubicBezTo>
                    <a:cubicBezTo>
                      <a:pt x="18986" y="17191"/>
                      <a:pt x="21600" y="15850"/>
                      <a:pt x="21600" y="14389"/>
                    </a:cubicBezTo>
                    <a:cubicBezTo>
                      <a:pt x="21600" y="12931"/>
                      <a:pt x="18996" y="11592"/>
                      <a:pt x="14846" y="10788"/>
                    </a:cubicBezTo>
                    <a:cubicBezTo>
                      <a:pt x="18997" y="9985"/>
                      <a:pt x="21600" y="8647"/>
                      <a:pt x="21600" y="7189"/>
                    </a:cubicBezTo>
                    <a:cubicBezTo>
                      <a:pt x="21600" y="5732"/>
                      <a:pt x="19003" y="4395"/>
                      <a:pt x="14860" y="3591"/>
                    </a:cubicBezTo>
                    <a:cubicBezTo>
                      <a:pt x="16931" y="3188"/>
                      <a:pt x="18616" y="2652"/>
                      <a:pt x="19784" y="2036"/>
                    </a:cubicBezTo>
                    <a:cubicBezTo>
                      <a:pt x="20951" y="1419"/>
                      <a:pt x="21600" y="723"/>
                      <a:pt x="21600" y="0"/>
                    </a:cubicBezTo>
                    <a:lnTo>
                      <a:pt x="18602" y="0"/>
                    </a:lnTo>
                    <a:cubicBezTo>
                      <a:pt x="18602" y="128"/>
                      <a:pt x="18571" y="256"/>
                      <a:pt x="18511" y="382"/>
                    </a:cubicBezTo>
                    <a:cubicBezTo>
                      <a:pt x="18451" y="508"/>
                      <a:pt x="18362" y="633"/>
                      <a:pt x="18246" y="756"/>
                    </a:cubicBezTo>
                    <a:lnTo>
                      <a:pt x="3349" y="756"/>
                    </a:lnTo>
                    <a:cubicBezTo>
                      <a:pt x="3233" y="633"/>
                      <a:pt x="3144" y="508"/>
                      <a:pt x="3084" y="382"/>
                    </a:cubicBezTo>
                    <a:cubicBezTo>
                      <a:pt x="3024" y="256"/>
                      <a:pt x="2993" y="128"/>
                      <a:pt x="2993" y="0"/>
                    </a:cubicBezTo>
                    <a:lnTo>
                      <a:pt x="0" y="0"/>
                    </a:lnTo>
                    <a:close/>
                    <a:moveTo>
                      <a:pt x="4252" y="1404"/>
                    </a:moveTo>
                    <a:lnTo>
                      <a:pt x="17348" y="1404"/>
                    </a:lnTo>
                    <a:cubicBezTo>
                      <a:pt x="16685" y="1761"/>
                      <a:pt x="15777" y="2087"/>
                      <a:pt x="14671" y="2364"/>
                    </a:cubicBezTo>
                    <a:cubicBezTo>
                      <a:pt x="13565" y="2641"/>
                      <a:pt x="12262" y="2868"/>
                      <a:pt x="10807" y="3027"/>
                    </a:cubicBezTo>
                    <a:lnTo>
                      <a:pt x="10798" y="3026"/>
                    </a:lnTo>
                    <a:lnTo>
                      <a:pt x="10788" y="3027"/>
                    </a:lnTo>
                    <a:cubicBezTo>
                      <a:pt x="9334" y="2868"/>
                      <a:pt x="8032" y="2641"/>
                      <a:pt x="6927" y="2364"/>
                    </a:cubicBezTo>
                    <a:cubicBezTo>
                      <a:pt x="5822" y="2087"/>
                      <a:pt x="4915" y="1761"/>
                      <a:pt x="4252" y="1404"/>
                    </a:cubicBezTo>
                    <a:close/>
                    <a:moveTo>
                      <a:pt x="10798" y="4161"/>
                    </a:moveTo>
                    <a:cubicBezTo>
                      <a:pt x="12255" y="4320"/>
                      <a:pt x="13561" y="4546"/>
                      <a:pt x="14668" y="4821"/>
                    </a:cubicBezTo>
                    <a:cubicBezTo>
                      <a:pt x="15775" y="5097"/>
                      <a:pt x="16684" y="5421"/>
                      <a:pt x="17348" y="5778"/>
                    </a:cubicBezTo>
                    <a:lnTo>
                      <a:pt x="4247" y="5778"/>
                    </a:lnTo>
                    <a:cubicBezTo>
                      <a:pt x="4911" y="5421"/>
                      <a:pt x="5820" y="5097"/>
                      <a:pt x="6928" y="4821"/>
                    </a:cubicBezTo>
                    <a:cubicBezTo>
                      <a:pt x="8035" y="4546"/>
                      <a:pt x="9340" y="4320"/>
                      <a:pt x="10798" y="4161"/>
                    </a:cubicBezTo>
                    <a:close/>
                    <a:moveTo>
                      <a:pt x="3349" y="6426"/>
                    </a:moveTo>
                    <a:lnTo>
                      <a:pt x="18246" y="6426"/>
                    </a:lnTo>
                    <a:cubicBezTo>
                      <a:pt x="18479" y="6673"/>
                      <a:pt x="18602" y="6929"/>
                      <a:pt x="18602" y="7189"/>
                    </a:cubicBezTo>
                    <a:cubicBezTo>
                      <a:pt x="18602" y="7444"/>
                      <a:pt x="18484" y="7695"/>
                      <a:pt x="18260" y="7938"/>
                    </a:cubicBezTo>
                    <a:lnTo>
                      <a:pt x="3340" y="7938"/>
                    </a:lnTo>
                    <a:cubicBezTo>
                      <a:pt x="3116" y="7695"/>
                      <a:pt x="2993" y="7444"/>
                      <a:pt x="2993" y="7189"/>
                    </a:cubicBezTo>
                    <a:cubicBezTo>
                      <a:pt x="2993" y="6929"/>
                      <a:pt x="3117" y="6673"/>
                      <a:pt x="3349" y="6426"/>
                    </a:cubicBezTo>
                    <a:close/>
                    <a:moveTo>
                      <a:pt x="4224" y="8586"/>
                    </a:moveTo>
                    <a:lnTo>
                      <a:pt x="17376" y="8586"/>
                    </a:lnTo>
                    <a:cubicBezTo>
                      <a:pt x="16714" y="8946"/>
                      <a:pt x="15803" y="9274"/>
                      <a:pt x="14690" y="9552"/>
                    </a:cubicBezTo>
                    <a:cubicBezTo>
                      <a:pt x="13578" y="9830"/>
                      <a:pt x="12264" y="10058"/>
                      <a:pt x="10798" y="10218"/>
                    </a:cubicBezTo>
                    <a:cubicBezTo>
                      <a:pt x="9331" y="10058"/>
                      <a:pt x="8019" y="9830"/>
                      <a:pt x="6907" y="9552"/>
                    </a:cubicBezTo>
                    <a:cubicBezTo>
                      <a:pt x="5796" y="9274"/>
                      <a:pt x="4886" y="8946"/>
                      <a:pt x="4224" y="8586"/>
                    </a:cubicBezTo>
                    <a:close/>
                    <a:moveTo>
                      <a:pt x="10798" y="11360"/>
                    </a:moveTo>
                    <a:cubicBezTo>
                      <a:pt x="12243" y="11518"/>
                      <a:pt x="13539" y="11741"/>
                      <a:pt x="14640" y="12014"/>
                    </a:cubicBezTo>
                    <a:cubicBezTo>
                      <a:pt x="15742" y="12286"/>
                      <a:pt x="16649" y="12607"/>
                      <a:pt x="17316" y="12960"/>
                    </a:cubicBezTo>
                    <a:lnTo>
                      <a:pt x="4284" y="12960"/>
                    </a:lnTo>
                    <a:cubicBezTo>
                      <a:pt x="4951" y="12607"/>
                      <a:pt x="5857" y="12286"/>
                      <a:pt x="6957" y="12014"/>
                    </a:cubicBezTo>
                    <a:cubicBezTo>
                      <a:pt x="8058" y="11742"/>
                      <a:pt x="9353" y="11518"/>
                      <a:pt x="10798" y="11360"/>
                    </a:cubicBezTo>
                    <a:close/>
                    <a:moveTo>
                      <a:pt x="3368" y="13608"/>
                    </a:moveTo>
                    <a:lnTo>
                      <a:pt x="18232" y="13608"/>
                    </a:lnTo>
                    <a:cubicBezTo>
                      <a:pt x="18476" y="13861"/>
                      <a:pt x="18602" y="14123"/>
                      <a:pt x="18602" y="14389"/>
                    </a:cubicBezTo>
                    <a:cubicBezTo>
                      <a:pt x="18602" y="14638"/>
                      <a:pt x="18492" y="14883"/>
                      <a:pt x="18278" y="15120"/>
                    </a:cubicBezTo>
                    <a:lnTo>
                      <a:pt x="3322" y="15120"/>
                    </a:lnTo>
                    <a:cubicBezTo>
                      <a:pt x="3108" y="14883"/>
                      <a:pt x="2993" y="14638"/>
                      <a:pt x="2993" y="14389"/>
                    </a:cubicBezTo>
                    <a:cubicBezTo>
                      <a:pt x="2993" y="14123"/>
                      <a:pt x="3124" y="13861"/>
                      <a:pt x="3368" y="13608"/>
                    </a:cubicBezTo>
                    <a:close/>
                    <a:moveTo>
                      <a:pt x="4191" y="15768"/>
                    </a:moveTo>
                    <a:lnTo>
                      <a:pt x="17409" y="15768"/>
                    </a:lnTo>
                    <a:cubicBezTo>
                      <a:pt x="16749" y="16132"/>
                      <a:pt x="15836" y="16464"/>
                      <a:pt x="14718" y="16744"/>
                    </a:cubicBezTo>
                    <a:cubicBezTo>
                      <a:pt x="13600" y="17025"/>
                      <a:pt x="12277" y="17255"/>
                      <a:pt x="10798" y="17417"/>
                    </a:cubicBezTo>
                    <a:cubicBezTo>
                      <a:pt x="9319" y="17255"/>
                      <a:pt x="7997" y="17025"/>
                      <a:pt x="6880" y="16744"/>
                    </a:cubicBezTo>
                    <a:cubicBezTo>
                      <a:pt x="5763" y="16463"/>
                      <a:pt x="4851" y="16132"/>
                      <a:pt x="4191" y="15768"/>
                    </a:cubicBezTo>
                    <a:close/>
                    <a:moveTo>
                      <a:pt x="10798" y="18571"/>
                    </a:moveTo>
                    <a:cubicBezTo>
                      <a:pt x="12233" y="18728"/>
                      <a:pt x="13522" y="18946"/>
                      <a:pt x="14618" y="19213"/>
                    </a:cubicBezTo>
                    <a:cubicBezTo>
                      <a:pt x="15715" y="19479"/>
                      <a:pt x="16620" y="19793"/>
                      <a:pt x="17288" y="20142"/>
                    </a:cubicBezTo>
                    <a:lnTo>
                      <a:pt x="4307" y="20142"/>
                    </a:lnTo>
                    <a:cubicBezTo>
                      <a:pt x="4976" y="19793"/>
                      <a:pt x="5881" y="19479"/>
                      <a:pt x="6977" y="19213"/>
                    </a:cubicBezTo>
                    <a:cubicBezTo>
                      <a:pt x="8074" y="18946"/>
                      <a:pt x="9362" y="18728"/>
                      <a:pt x="10798" y="18571"/>
                    </a:cubicBezTo>
                    <a:close/>
                  </a:path>
                </a:pathLst>
              </a:custGeom>
              <a:solidFill>
                <a:srgbClr val="6FA8E7"/>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295" name="Google Shape;295;p36"/>
            <p:cNvGrpSpPr/>
            <p:nvPr/>
          </p:nvGrpSpPr>
          <p:grpSpPr>
            <a:xfrm>
              <a:off x="296684" y="2290398"/>
              <a:ext cx="1451100" cy="1451100"/>
              <a:chOff x="0" y="0"/>
              <a:chExt cx="1451100" cy="1451100"/>
            </a:xfrm>
          </p:grpSpPr>
          <p:sp>
            <p:nvSpPr>
              <p:cNvPr id="296" name="Google Shape;296;p36"/>
              <p:cNvSpPr/>
              <p:nvPr/>
            </p:nvSpPr>
            <p:spPr>
              <a:xfrm>
                <a:off x="0" y="0"/>
                <a:ext cx="1451100" cy="1451100"/>
              </a:xfrm>
              <a:prstGeom prst="ellipse">
                <a:avLst/>
              </a:prstGeom>
              <a:solidFill>
                <a:srgbClr val="006B6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nvGrpSpPr>
              <p:cNvPr id="297" name="Google Shape;297;p36"/>
              <p:cNvGrpSpPr/>
              <p:nvPr/>
            </p:nvGrpSpPr>
            <p:grpSpPr>
              <a:xfrm>
                <a:off x="262149" y="224254"/>
                <a:ext cx="1002630" cy="1002630"/>
                <a:chOff x="14" y="-1"/>
                <a:chExt cx="1002630" cy="1002630"/>
              </a:xfrm>
            </p:grpSpPr>
            <p:sp>
              <p:nvSpPr>
                <p:cNvPr id="298" name="Google Shape;298;p36"/>
                <p:cNvSpPr/>
                <p:nvPr/>
              </p:nvSpPr>
              <p:spPr>
                <a:xfrm rot="2700000">
                  <a:off x="319108" y="-25430"/>
                  <a:ext cx="364443" cy="1053490"/>
                </a:xfrm>
                <a:custGeom>
                  <a:rect b="b" l="l" r="r" t="t"/>
                  <a:pathLst>
                    <a:path extrusionOk="0" h="21600" w="20192">
                      <a:moveTo>
                        <a:pt x="122" y="0"/>
                      </a:moveTo>
                      <a:cubicBezTo>
                        <a:pt x="-392" y="990"/>
                        <a:pt x="741" y="1999"/>
                        <a:pt x="3000" y="2562"/>
                      </a:cubicBezTo>
                      <a:cubicBezTo>
                        <a:pt x="5051" y="3074"/>
                        <a:pt x="7632" y="3108"/>
                        <a:pt x="10042" y="3317"/>
                      </a:cubicBezTo>
                      <a:cubicBezTo>
                        <a:pt x="13115" y="3584"/>
                        <a:pt x="15973" y="4155"/>
                        <a:pt x="17932" y="5070"/>
                      </a:cubicBezTo>
                      <a:cubicBezTo>
                        <a:pt x="20408" y="6228"/>
                        <a:pt x="21068" y="7820"/>
                        <a:pt x="18804" y="8998"/>
                      </a:cubicBezTo>
                      <a:cubicBezTo>
                        <a:pt x="16407" y="10245"/>
                        <a:pt x="11872" y="10391"/>
                        <a:pt x="8068" y="10950"/>
                      </a:cubicBezTo>
                      <a:cubicBezTo>
                        <a:pt x="5258" y="11363"/>
                        <a:pt x="2741" y="12046"/>
                        <a:pt x="1315" y="13032"/>
                      </a:cubicBezTo>
                      <a:cubicBezTo>
                        <a:pt x="-532" y="14309"/>
                        <a:pt x="-160" y="15901"/>
                        <a:pt x="2832" y="16772"/>
                      </a:cubicBezTo>
                      <a:cubicBezTo>
                        <a:pt x="5808" y="17638"/>
                        <a:pt x="10047" y="17303"/>
                        <a:pt x="13461" y="17861"/>
                      </a:cubicBezTo>
                      <a:cubicBezTo>
                        <a:pt x="17346" y="18497"/>
                        <a:pt x="19426" y="20076"/>
                        <a:pt x="18385" y="21600"/>
                      </a:cubicBezTo>
                    </a:path>
                  </a:pathLst>
                </a:custGeom>
                <a:noFill/>
                <a:ln cap="flat" cmpd="sng" w="14300">
                  <a:solidFill>
                    <a:srgbClr val="929292"/>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4C7F"/>
                    </a:buClr>
                    <a:buSzPts val="1400"/>
                    <a:buFont typeface="Helvetica Neue"/>
                    <a:buNone/>
                  </a:pPr>
                  <a:r>
                    <a:t/>
                  </a:r>
                  <a:endParaRPr b="1" i="0" sz="1400" u="none" cap="none" strike="noStrike">
                    <a:solidFill>
                      <a:srgbClr val="004C7F"/>
                    </a:solidFill>
                    <a:latin typeface="Helvetica Neue"/>
                    <a:ea typeface="Helvetica Neue"/>
                    <a:cs typeface="Helvetica Neue"/>
                    <a:sym typeface="Helvetica Neue"/>
                  </a:endParaRPr>
                </a:p>
              </p:txBody>
            </p:sp>
            <p:cxnSp>
              <p:nvCxnSpPr>
                <p:cNvPr id="299" name="Google Shape;299;p36"/>
                <p:cNvCxnSpPr/>
                <p:nvPr/>
              </p:nvCxnSpPr>
              <p:spPr>
                <a:xfrm>
                  <a:off x="719969" y="61323"/>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300" name="Google Shape;300;p36"/>
                <p:cNvCxnSpPr/>
                <p:nvPr/>
              </p:nvCxnSpPr>
              <p:spPr>
                <a:xfrm>
                  <a:off x="619864" y="259940"/>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301" name="Google Shape;301;p36"/>
                <p:cNvCxnSpPr/>
                <p:nvPr/>
              </p:nvCxnSpPr>
              <p:spPr>
                <a:xfrm>
                  <a:off x="540417" y="339387"/>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302" name="Google Shape;302;p36"/>
                <p:cNvCxnSpPr/>
                <p:nvPr/>
              </p:nvCxnSpPr>
              <p:spPr>
                <a:xfrm>
                  <a:off x="314787" y="466504"/>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303" name="Google Shape;303;p36"/>
                <p:cNvCxnSpPr/>
                <p:nvPr/>
              </p:nvCxnSpPr>
              <p:spPr>
                <a:xfrm>
                  <a:off x="231436" y="549856"/>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304" name="Google Shape;304;p36"/>
                <p:cNvCxnSpPr/>
                <p:nvPr/>
              </p:nvCxnSpPr>
              <p:spPr>
                <a:xfrm>
                  <a:off x="110088" y="769716"/>
                  <a:ext cx="171600" cy="171600"/>
                </a:xfrm>
                <a:prstGeom prst="straightConnector1">
                  <a:avLst/>
                </a:prstGeom>
                <a:noFill/>
                <a:ln cap="flat" cmpd="sng" w="14300">
                  <a:solidFill>
                    <a:srgbClr val="929292"/>
                  </a:solidFill>
                  <a:prstDash val="solid"/>
                  <a:miter lim="400000"/>
                  <a:headEnd len="sm" w="sm" type="none"/>
                  <a:tailEnd len="sm" w="sm" type="none"/>
                </a:ln>
              </p:spPr>
            </p:cxnSp>
          </p:grpSp>
        </p:grpSp>
        <p:grpSp>
          <p:nvGrpSpPr>
            <p:cNvPr id="305" name="Google Shape;305;p36"/>
            <p:cNvGrpSpPr/>
            <p:nvPr/>
          </p:nvGrpSpPr>
          <p:grpSpPr>
            <a:xfrm>
              <a:off x="107215" y="4516549"/>
              <a:ext cx="1620641" cy="1516989"/>
              <a:chOff x="107215" y="95026"/>
              <a:chExt cx="1620641" cy="1516989"/>
            </a:xfrm>
          </p:grpSpPr>
          <p:sp>
            <p:nvSpPr>
              <p:cNvPr id="306" name="Google Shape;306;p36"/>
              <p:cNvSpPr/>
              <p:nvPr/>
            </p:nvSpPr>
            <p:spPr>
              <a:xfrm>
                <a:off x="276756" y="160915"/>
                <a:ext cx="1451100" cy="1451100"/>
              </a:xfrm>
              <a:prstGeom prst="ellipse">
                <a:avLst/>
              </a:prstGeom>
              <a:solidFill>
                <a:srgbClr val="EF700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pic>
            <p:nvPicPr>
              <p:cNvPr descr="pasted-movie.png" id="307" name="Google Shape;307;p36"/>
              <p:cNvPicPr preferRelativeResize="0"/>
              <p:nvPr/>
            </p:nvPicPr>
            <p:blipFill rotWithShape="1">
              <a:blip r:embed="rId3">
                <a:alphaModFix/>
              </a:blip>
              <a:srcRect b="27114" l="23756" r="67172" t="62196"/>
              <a:stretch/>
            </p:blipFill>
            <p:spPr>
              <a:xfrm flipH="1" rot="-2376479">
                <a:off x="258196" y="385299"/>
                <a:ext cx="1242264" cy="920973"/>
              </a:xfrm>
              <a:custGeom>
                <a:rect b="b" l="l" r="r" t="t"/>
                <a:pathLst>
                  <a:path extrusionOk="0" h="21293" w="21552">
                    <a:moveTo>
                      <a:pt x="8848" y="7"/>
                    </a:moveTo>
                    <a:cubicBezTo>
                      <a:pt x="8829" y="-70"/>
                      <a:pt x="8563" y="453"/>
                      <a:pt x="8256" y="1173"/>
                    </a:cubicBezTo>
                    <a:cubicBezTo>
                      <a:pt x="7907" y="1990"/>
                      <a:pt x="7617" y="2508"/>
                      <a:pt x="7485" y="2540"/>
                    </a:cubicBezTo>
                    <a:cubicBezTo>
                      <a:pt x="7368" y="2568"/>
                      <a:pt x="7232" y="2642"/>
                      <a:pt x="7182" y="2705"/>
                    </a:cubicBezTo>
                    <a:cubicBezTo>
                      <a:pt x="7132" y="2768"/>
                      <a:pt x="7194" y="3659"/>
                      <a:pt x="7326" y="4687"/>
                    </a:cubicBezTo>
                    <a:cubicBezTo>
                      <a:pt x="7490" y="5966"/>
                      <a:pt x="7534" y="6610"/>
                      <a:pt x="7457" y="6733"/>
                    </a:cubicBezTo>
                    <a:cubicBezTo>
                      <a:pt x="7213" y="7124"/>
                      <a:pt x="7866" y="7724"/>
                      <a:pt x="8538" y="7724"/>
                    </a:cubicBezTo>
                    <a:cubicBezTo>
                      <a:pt x="8781" y="7724"/>
                      <a:pt x="8962" y="7556"/>
                      <a:pt x="9323" y="6981"/>
                    </a:cubicBezTo>
                    <a:cubicBezTo>
                      <a:pt x="9581" y="6570"/>
                      <a:pt x="9832" y="6282"/>
                      <a:pt x="9881" y="6348"/>
                    </a:cubicBezTo>
                    <a:cubicBezTo>
                      <a:pt x="9951" y="6442"/>
                      <a:pt x="10177" y="7949"/>
                      <a:pt x="10197" y="8431"/>
                    </a:cubicBezTo>
                    <a:cubicBezTo>
                      <a:pt x="10198" y="8443"/>
                      <a:pt x="10204" y="8456"/>
                      <a:pt x="10204" y="8467"/>
                    </a:cubicBezTo>
                    <a:cubicBezTo>
                      <a:pt x="10204" y="8491"/>
                      <a:pt x="10213" y="8509"/>
                      <a:pt x="10218" y="8532"/>
                    </a:cubicBezTo>
                    <a:cubicBezTo>
                      <a:pt x="10286" y="8728"/>
                      <a:pt x="10967" y="9055"/>
                      <a:pt x="11347" y="9055"/>
                    </a:cubicBezTo>
                    <a:cubicBezTo>
                      <a:pt x="11736" y="9055"/>
                      <a:pt x="11960" y="8803"/>
                      <a:pt x="12573" y="7687"/>
                    </a:cubicBezTo>
                    <a:cubicBezTo>
                      <a:pt x="12741" y="7382"/>
                      <a:pt x="12922" y="7163"/>
                      <a:pt x="12979" y="7210"/>
                    </a:cubicBezTo>
                    <a:cubicBezTo>
                      <a:pt x="13036" y="7257"/>
                      <a:pt x="13083" y="7789"/>
                      <a:pt x="13083" y="8385"/>
                    </a:cubicBezTo>
                    <a:cubicBezTo>
                      <a:pt x="13083" y="9458"/>
                      <a:pt x="13085" y="9471"/>
                      <a:pt x="13454" y="9761"/>
                    </a:cubicBezTo>
                    <a:cubicBezTo>
                      <a:pt x="13659" y="9922"/>
                      <a:pt x="14011" y="10141"/>
                      <a:pt x="14232" y="10248"/>
                    </a:cubicBezTo>
                    <a:cubicBezTo>
                      <a:pt x="14617" y="10433"/>
                      <a:pt x="14652" y="10415"/>
                      <a:pt x="14997" y="9991"/>
                    </a:cubicBezTo>
                    <a:cubicBezTo>
                      <a:pt x="15467" y="9412"/>
                      <a:pt x="16482" y="8710"/>
                      <a:pt x="16690" y="8816"/>
                    </a:cubicBezTo>
                    <a:cubicBezTo>
                      <a:pt x="16694" y="8818"/>
                      <a:pt x="16694" y="8823"/>
                      <a:pt x="16697" y="8825"/>
                    </a:cubicBezTo>
                    <a:cubicBezTo>
                      <a:pt x="16699" y="8826"/>
                      <a:pt x="16703" y="8825"/>
                      <a:pt x="16704" y="8825"/>
                    </a:cubicBezTo>
                    <a:cubicBezTo>
                      <a:pt x="16714" y="8830"/>
                      <a:pt x="16717" y="8837"/>
                      <a:pt x="16725" y="8844"/>
                    </a:cubicBezTo>
                    <a:cubicBezTo>
                      <a:pt x="16741" y="8858"/>
                      <a:pt x="16755" y="8870"/>
                      <a:pt x="16766" y="8889"/>
                    </a:cubicBezTo>
                    <a:cubicBezTo>
                      <a:pt x="16790" y="8927"/>
                      <a:pt x="16807" y="8965"/>
                      <a:pt x="16801" y="9009"/>
                    </a:cubicBezTo>
                    <a:cubicBezTo>
                      <a:pt x="16807" y="9079"/>
                      <a:pt x="16801" y="9165"/>
                      <a:pt x="16780" y="9275"/>
                    </a:cubicBezTo>
                    <a:cubicBezTo>
                      <a:pt x="16684" y="9783"/>
                      <a:pt x="17016" y="10893"/>
                      <a:pt x="17372" y="11266"/>
                    </a:cubicBezTo>
                    <a:cubicBezTo>
                      <a:pt x="17581" y="11485"/>
                      <a:pt x="17822" y="11559"/>
                      <a:pt x="18295" y="11560"/>
                    </a:cubicBezTo>
                    <a:cubicBezTo>
                      <a:pt x="18298" y="11560"/>
                      <a:pt x="18299" y="11560"/>
                      <a:pt x="18302" y="11560"/>
                    </a:cubicBezTo>
                    <a:cubicBezTo>
                      <a:pt x="18314" y="11560"/>
                      <a:pt x="18318" y="11560"/>
                      <a:pt x="18329" y="11560"/>
                    </a:cubicBezTo>
                    <a:cubicBezTo>
                      <a:pt x="18853" y="11557"/>
                      <a:pt x="19002" y="11492"/>
                      <a:pt x="19307" y="11138"/>
                    </a:cubicBezTo>
                    <a:cubicBezTo>
                      <a:pt x="19842" y="10516"/>
                      <a:pt x="20103" y="10449"/>
                      <a:pt x="20560" y="10826"/>
                    </a:cubicBezTo>
                    <a:cubicBezTo>
                      <a:pt x="21083" y="11256"/>
                      <a:pt x="21386" y="12083"/>
                      <a:pt x="21386" y="13083"/>
                    </a:cubicBezTo>
                    <a:cubicBezTo>
                      <a:pt x="21386" y="14026"/>
                      <a:pt x="21174" y="14471"/>
                      <a:pt x="20491" y="14946"/>
                    </a:cubicBezTo>
                    <a:cubicBezTo>
                      <a:pt x="20104" y="15215"/>
                      <a:pt x="19978" y="15239"/>
                      <a:pt x="19665" y="15102"/>
                    </a:cubicBezTo>
                    <a:cubicBezTo>
                      <a:pt x="19358" y="14966"/>
                      <a:pt x="19248" y="14980"/>
                      <a:pt x="18990" y="15202"/>
                    </a:cubicBezTo>
                    <a:cubicBezTo>
                      <a:pt x="18562" y="15571"/>
                      <a:pt x="18193" y="16123"/>
                      <a:pt x="18006" y="16680"/>
                    </a:cubicBezTo>
                    <a:cubicBezTo>
                      <a:pt x="17810" y="17261"/>
                      <a:pt x="17687" y="17374"/>
                      <a:pt x="17524" y="17111"/>
                    </a:cubicBezTo>
                    <a:cubicBezTo>
                      <a:pt x="17454" y="16999"/>
                      <a:pt x="17150" y="16761"/>
                      <a:pt x="16849" y="16588"/>
                    </a:cubicBezTo>
                    <a:cubicBezTo>
                      <a:pt x="16548" y="16415"/>
                      <a:pt x="16243" y="16134"/>
                      <a:pt x="16174" y="15964"/>
                    </a:cubicBezTo>
                    <a:cubicBezTo>
                      <a:pt x="16106" y="15794"/>
                      <a:pt x="15780" y="15267"/>
                      <a:pt x="15451" y="14790"/>
                    </a:cubicBezTo>
                    <a:cubicBezTo>
                      <a:pt x="15122" y="14312"/>
                      <a:pt x="14859" y="13828"/>
                      <a:pt x="14859" y="13716"/>
                    </a:cubicBezTo>
                    <a:cubicBezTo>
                      <a:pt x="14859" y="13460"/>
                      <a:pt x="14003" y="12404"/>
                      <a:pt x="13537" y="12083"/>
                    </a:cubicBezTo>
                    <a:cubicBezTo>
                      <a:pt x="13344" y="11950"/>
                      <a:pt x="12924" y="11800"/>
                      <a:pt x="12607" y="11752"/>
                    </a:cubicBezTo>
                    <a:cubicBezTo>
                      <a:pt x="12291" y="11705"/>
                      <a:pt x="11840" y="11520"/>
                      <a:pt x="11609" y="11339"/>
                    </a:cubicBezTo>
                    <a:cubicBezTo>
                      <a:pt x="11061" y="10913"/>
                      <a:pt x="10479" y="11039"/>
                      <a:pt x="9839" y="11725"/>
                    </a:cubicBezTo>
                    <a:cubicBezTo>
                      <a:pt x="9513" y="12074"/>
                      <a:pt x="9356" y="12181"/>
                      <a:pt x="9013" y="12211"/>
                    </a:cubicBezTo>
                    <a:cubicBezTo>
                      <a:pt x="8907" y="12243"/>
                      <a:pt x="8799" y="12243"/>
                      <a:pt x="8662" y="12220"/>
                    </a:cubicBezTo>
                    <a:cubicBezTo>
                      <a:pt x="8096" y="12218"/>
                      <a:pt x="7954" y="12157"/>
                      <a:pt x="7567" y="11743"/>
                    </a:cubicBezTo>
                    <a:cubicBezTo>
                      <a:pt x="6970" y="11104"/>
                      <a:pt x="6811" y="11134"/>
                      <a:pt x="6658" y="11890"/>
                    </a:cubicBezTo>
                    <a:cubicBezTo>
                      <a:pt x="6404" y="13149"/>
                      <a:pt x="5557" y="14310"/>
                      <a:pt x="5144" y="13982"/>
                    </a:cubicBezTo>
                    <a:cubicBezTo>
                      <a:pt x="5103" y="13958"/>
                      <a:pt x="5067" y="13914"/>
                      <a:pt x="5027" y="13854"/>
                    </a:cubicBezTo>
                    <a:cubicBezTo>
                      <a:pt x="4855" y="13662"/>
                      <a:pt x="4779" y="13450"/>
                      <a:pt x="4813" y="13248"/>
                    </a:cubicBezTo>
                    <a:cubicBezTo>
                      <a:pt x="4816" y="13199"/>
                      <a:pt x="4820" y="13156"/>
                      <a:pt x="4841" y="13120"/>
                    </a:cubicBezTo>
                    <a:cubicBezTo>
                      <a:pt x="4847" y="13109"/>
                      <a:pt x="4848" y="13094"/>
                      <a:pt x="4854" y="13083"/>
                    </a:cubicBezTo>
                    <a:cubicBezTo>
                      <a:pt x="4857" y="13078"/>
                      <a:pt x="4859" y="13079"/>
                      <a:pt x="4861" y="13074"/>
                    </a:cubicBezTo>
                    <a:cubicBezTo>
                      <a:pt x="5164" y="12502"/>
                      <a:pt x="5431" y="11741"/>
                      <a:pt x="5502" y="11239"/>
                    </a:cubicBezTo>
                    <a:lnTo>
                      <a:pt x="5550" y="10871"/>
                    </a:lnTo>
                    <a:cubicBezTo>
                      <a:pt x="5535" y="10786"/>
                      <a:pt x="5512" y="10713"/>
                      <a:pt x="5474" y="10651"/>
                    </a:cubicBezTo>
                    <a:lnTo>
                      <a:pt x="4944" y="10394"/>
                    </a:lnTo>
                    <a:cubicBezTo>
                      <a:pt x="4596" y="10221"/>
                      <a:pt x="4213" y="10116"/>
                      <a:pt x="4097" y="10165"/>
                    </a:cubicBezTo>
                    <a:cubicBezTo>
                      <a:pt x="3799" y="10291"/>
                      <a:pt x="3552" y="10864"/>
                      <a:pt x="3402" y="11752"/>
                    </a:cubicBezTo>
                    <a:cubicBezTo>
                      <a:pt x="3381" y="11872"/>
                      <a:pt x="3361" y="11963"/>
                      <a:pt x="3340" y="12055"/>
                    </a:cubicBezTo>
                    <a:cubicBezTo>
                      <a:pt x="3328" y="12370"/>
                      <a:pt x="3244" y="12530"/>
                      <a:pt x="2982" y="12743"/>
                    </a:cubicBezTo>
                    <a:lnTo>
                      <a:pt x="2623" y="13037"/>
                    </a:lnTo>
                    <a:lnTo>
                      <a:pt x="2582" y="12964"/>
                    </a:lnTo>
                    <a:cubicBezTo>
                      <a:pt x="2418" y="12972"/>
                      <a:pt x="2339" y="12734"/>
                      <a:pt x="2293" y="12248"/>
                    </a:cubicBezTo>
                    <a:cubicBezTo>
                      <a:pt x="2278" y="12142"/>
                      <a:pt x="2269" y="12030"/>
                      <a:pt x="2265" y="11908"/>
                    </a:cubicBezTo>
                    <a:cubicBezTo>
                      <a:pt x="2263" y="11870"/>
                      <a:pt x="2254" y="11848"/>
                      <a:pt x="2252" y="11807"/>
                    </a:cubicBezTo>
                    <a:cubicBezTo>
                      <a:pt x="2216" y="11067"/>
                      <a:pt x="2260" y="10749"/>
                      <a:pt x="2444" y="10266"/>
                    </a:cubicBezTo>
                    <a:cubicBezTo>
                      <a:pt x="2788" y="9367"/>
                      <a:pt x="2754" y="9231"/>
                      <a:pt x="2059" y="8807"/>
                    </a:cubicBezTo>
                    <a:cubicBezTo>
                      <a:pt x="1447" y="8434"/>
                      <a:pt x="1436" y="8426"/>
                      <a:pt x="1226" y="8706"/>
                    </a:cubicBezTo>
                    <a:cubicBezTo>
                      <a:pt x="1093" y="8882"/>
                      <a:pt x="986" y="9297"/>
                      <a:pt x="943" y="9798"/>
                    </a:cubicBezTo>
                    <a:cubicBezTo>
                      <a:pt x="906" y="10240"/>
                      <a:pt x="839" y="10671"/>
                      <a:pt x="792" y="10752"/>
                    </a:cubicBezTo>
                    <a:cubicBezTo>
                      <a:pt x="662" y="10978"/>
                      <a:pt x="1138" y="12390"/>
                      <a:pt x="1542" y="12973"/>
                    </a:cubicBezTo>
                    <a:cubicBezTo>
                      <a:pt x="1589" y="13040"/>
                      <a:pt x="1621" y="13101"/>
                      <a:pt x="1660" y="13165"/>
                    </a:cubicBezTo>
                    <a:cubicBezTo>
                      <a:pt x="2055" y="13838"/>
                      <a:pt x="1984" y="14384"/>
                      <a:pt x="1391" y="15285"/>
                    </a:cubicBezTo>
                    <a:cubicBezTo>
                      <a:pt x="1109" y="15714"/>
                      <a:pt x="734" y="16140"/>
                      <a:pt x="565" y="16239"/>
                    </a:cubicBezTo>
                    <a:cubicBezTo>
                      <a:pt x="395" y="16338"/>
                      <a:pt x="224" y="16555"/>
                      <a:pt x="186" y="16716"/>
                    </a:cubicBezTo>
                    <a:cubicBezTo>
                      <a:pt x="55" y="17266"/>
                      <a:pt x="-46" y="18388"/>
                      <a:pt x="21" y="18478"/>
                    </a:cubicBezTo>
                    <a:cubicBezTo>
                      <a:pt x="24" y="18481"/>
                      <a:pt x="24" y="18496"/>
                      <a:pt x="28" y="18497"/>
                    </a:cubicBezTo>
                    <a:cubicBezTo>
                      <a:pt x="75" y="18490"/>
                      <a:pt x="145" y="18128"/>
                      <a:pt x="186" y="17689"/>
                    </a:cubicBezTo>
                    <a:cubicBezTo>
                      <a:pt x="274" y="16756"/>
                      <a:pt x="460" y="16343"/>
                      <a:pt x="723" y="16478"/>
                    </a:cubicBezTo>
                    <a:cubicBezTo>
                      <a:pt x="858" y="16547"/>
                      <a:pt x="909" y="16753"/>
                      <a:pt x="909" y="17285"/>
                    </a:cubicBezTo>
                    <a:cubicBezTo>
                      <a:pt x="909" y="18164"/>
                      <a:pt x="1228" y="18880"/>
                      <a:pt x="1818" y="19304"/>
                    </a:cubicBezTo>
                    <a:lnTo>
                      <a:pt x="2059" y="19478"/>
                    </a:lnTo>
                    <a:cubicBezTo>
                      <a:pt x="2176" y="19510"/>
                      <a:pt x="2299" y="19520"/>
                      <a:pt x="2431" y="19506"/>
                    </a:cubicBezTo>
                    <a:lnTo>
                      <a:pt x="2995" y="19249"/>
                    </a:lnTo>
                    <a:cubicBezTo>
                      <a:pt x="3929" y="18825"/>
                      <a:pt x="4154" y="18878"/>
                      <a:pt x="4944" y="19735"/>
                    </a:cubicBezTo>
                    <a:cubicBezTo>
                      <a:pt x="5837" y="20705"/>
                      <a:pt x="6592" y="21045"/>
                      <a:pt x="8063" y="21121"/>
                    </a:cubicBezTo>
                    <a:cubicBezTo>
                      <a:pt x="8895" y="21164"/>
                      <a:pt x="9375" y="21121"/>
                      <a:pt x="9543" y="21002"/>
                    </a:cubicBezTo>
                    <a:cubicBezTo>
                      <a:pt x="9748" y="20856"/>
                      <a:pt x="9822" y="20869"/>
                      <a:pt x="9970" y="21066"/>
                    </a:cubicBezTo>
                    <a:cubicBezTo>
                      <a:pt x="10319" y="21530"/>
                      <a:pt x="10478" y="21291"/>
                      <a:pt x="10514" y="20268"/>
                    </a:cubicBezTo>
                    <a:cubicBezTo>
                      <a:pt x="10527" y="19905"/>
                      <a:pt x="10552" y="19682"/>
                      <a:pt x="10597" y="19478"/>
                    </a:cubicBezTo>
                    <a:cubicBezTo>
                      <a:pt x="10601" y="19461"/>
                      <a:pt x="10598" y="19441"/>
                      <a:pt x="10604" y="19423"/>
                    </a:cubicBezTo>
                    <a:cubicBezTo>
                      <a:pt x="10671" y="19155"/>
                      <a:pt x="10795" y="18921"/>
                      <a:pt x="11051" y="18506"/>
                    </a:cubicBezTo>
                    <a:cubicBezTo>
                      <a:pt x="11588" y="17636"/>
                      <a:pt x="11598" y="17486"/>
                      <a:pt x="11230" y="16450"/>
                    </a:cubicBezTo>
                    <a:cubicBezTo>
                      <a:pt x="11011" y="15831"/>
                      <a:pt x="10868" y="15755"/>
                      <a:pt x="10445" y="16047"/>
                    </a:cubicBezTo>
                    <a:cubicBezTo>
                      <a:pt x="10001" y="16353"/>
                      <a:pt x="9729" y="16347"/>
                      <a:pt x="9206" y="15992"/>
                    </a:cubicBezTo>
                    <a:cubicBezTo>
                      <a:pt x="8618" y="15592"/>
                      <a:pt x="8104" y="15590"/>
                      <a:pt x="8104" y="15992"/>
                    </a:cubicBezTo>
                    <a:cubicBezTo>
                      <a:pt x="8104" y="16156"/>
                      <a:pt x="8018" y="16324"/>
                      <a:pt x="7912" y="16368"/>
                    </a:cubicBezTo>
                    <a:cubicBezTo>
                      <a:pt x="7805" y="16411"/>
                      <a:pt x="7504" y="16578"/>
                      <a:pt x="7244" y="16735"/>
                    </a:cubicBezTo>
                    <a:cubicBezTo>
                      <a:pt x="6984" y="16891"/>
                      <a:pt x="6783" y="16977"/>
                      <a:pt x="6583" y="16992"/>
                    </a:cubicBezTo>
                    <a:cubicBezTo>
                      <a:pt x="6287" y="17014"/>
                      <a:pt x="5984" y="16880"/>
                      <a:pt x="5467" y="16560"/>
                    </a:cubicBezTo>
                    <a:cubicBezTo>
                      <a:pt x="5367" y="16499"/>
                      <a:pt x="5276" y="16445"/>
                      <a:pt x="5185" y="16395"/>
                    </a:cubicBezTo>
                    <a:cubicBezTo>
                      <a:pt x="5096" y="16349"/>
                      <a:pt x="5015" y="16314"/>
                      <a:pt x="4937" y="16276"/>
                    </a:cubicBezTo>
                    <a:cubicBezTo>
                      <a:pt x="4212" y="15941"/>
                      <a:pt x="3749" y="16043"/>
                      <a:pt x="3133" y="16616"/>
                    </a:cubicBezTo>
                    <a:cubicBezTo>
                      <a:pt x="2806" y="16919"/>
                      <a:pt x="2494" y="17166"/>
                      <a:pt x="2438" y="17166"/>
                    </a:cubicBezTo>
                    <a:cubicBezTo>
                      <a:pt x="2352" y="17166"/>
                      <a:pt x="2152" y="17064"/>
                      <a:pt x="1942" y="16928"/>
                    </a:cubicBezTo>
                    <a:cubicBezTo>
                      <a:pt x="1904" y="16928"/>
                      <a:pt x="1869" y="16909"/>
                      <a:pt x="1832" y="16854"/>
                    </a:cubicBezTo>
                    <a:cubicBezTo>
                      <a:pt x="1653" y="16730"/>
                      <a:pt x="1483" y="16590"/>
                      <a:pt x="1370" y="16469"/>
                    </a:cubicBezTo>
                    <a:lnTo>
                      <a:pt x="1109" y="16193"/>
                    </a:lnTo>
                    <a:lnTo>
                      <a:pt x="1563" y="15469"/>
                    </a:lnTo>
                    <a:cubicBezTo>
                      <a:pt x="1833" y="15034"/>
                      <a:pt x="2011" y="14586"/>
                      <a:pt x="2011" y="14358"/>
                    </a:cubicBezTo>
                    <a:cubicBezTo>
                      <a:pt x="2011" y="14149"/>
                      <a:pt x="2078" y="13866"/>
                      <a:pt x="2155" y="13725"/>
                    </a:cubicBezTo>
                    <a:cubicBezTo>
                      <a:pt x="2286" y="13486"/>
                      <a:pt x="2323" y="13476"/>
                      <a:pt x="2720" y="13698"/>
                    </a:cubicBezTo>
                    <a:cubicBezTo>
                      <a:pt x="2824" y="13755"/>
                      <a:pt x="2948" y="13809"/>
                      <a:pt x="3064" y="13844"/>
                    </a:cubicBezTo>
                    <a:cubicBezTo>
                      <a:pt x="3109" y="13851"/>
                      <a:pt x="3130" y="13856"/>
                      <a:pt x="3174" y="13863"/>
                    </a:cubicBezTo>
                    <a:cubicBezTo>
                      <a:pt x="3187" y="13865"/>
                      <a:pt x="3209" y="13869"/>
                      <a:pt x="3223" y="13872"/>
                    </a:cubicBezTo>
                    <a:cubicBezTo>
                      <a:pt x="3300" y="13886"/>
                      <a:pt x="3384" y="13907"/>
                      <a:pt x="3436" y="13900"/>
                    </a:cubicBezTo>
                    <a:cubicBezTo>
                      <a:pt x="3596" y="13878"/>
                      <a:pt x="4012" y="14049"/>
                      <a:pt x="4359" y="14276"/>
                    </a:cubicBezTo>
                    <a:cubicBezTo>
                      <a:pt x="4831" y="14585"/>
                      <a:pt x="5525" y="14787"/>
                      <a:pt x="6066" y="14808"/>
                    </a:cubicBezTo>
                    <a:cubicBezTo>
                      <a:pt x="6261" y="14811"/>
                      <a:pt x="6440" y="14790"/>
                      <a:pt x="6590" y="14753"/>
                    </a:cubicBezTo>
                    <a:cubicBezTo>
                      <a:pt x="6938" y="14630"/>
                      <a:pt x="7494" y="13870"/>
                      <a:pt x="7671" y="13276"/>
                    </a:cubicBezTo>
                    <a:cubicBezTo>
                      <a:pt x="7898" y="12509"/>
                      <a:pt x="7951" y="12464"/>
                      <a:pt x="8455" y="12615"/>
                    </a:cubicBezTo>
                    <a:cubicBezTo>
                      <a:pt x="8983" y="12773"/>
                      <a:pt x="9629" y="12506"/>
                      <a:pt x="10094" y="11936"/>
                    </a:cubicBezTo>
                    <a:cubicBezTo>
                      <a:pt x="10568" y="11355"/>
                      <a:pt x="10803" y="11253"/>
                      <a:pt x="11072" y="11505"/>
                    </a:cubicBezTo>
                    <a:cubicBezTo>
                      <a:pt x="11398" y="11809"/>
                      <a:pt x="11375" y="11976"/>
                      <a:pt x="10920" y="12597"/>
                    </a:cubicBezTo>
                    <a:cubicBezTo>
                      <a:pt x="10472" y="13208"/>
                      <a:pt x="10301" y="14060"/>
                      <a:pt x="10549" y="14459"/>
                    </a:cubicBezTo>
                    <a:cubicBezTo>
                      <a:pt x="10660" y="14639"/>
                      <a:pt x="10892" y="14813"/>
                      <a:pt x="11148" y="14955"/>
                    </a:cubicBezTo>
                    <a:cubicBezTo>
                      <a:pt x="11198" y="14981"/>
                      <a:pt x="11239" y="15013"/>
                      <a:pt x="11292" y="15037"/>
                    </a:cubicBezTo>
                    <a:cubicBezTo>
                      <a:pt x="11369" y="15073"/>
                      <a:pt x="11449" y="15093"/>
                      <a:pt x="11526" y="15120"/>
                    </a:cubicBezTo>
                    <a:cubicBezTo>
                      <a:pt x="11602" y="15147"/>
                      <a:pt x="11672" y="15176"/>
                      <a:pt x="11740" y="15193"/>
                    </a:cubicBezTo>
                    <a:cubicBezTo>
                      <a:pt x="11858" y="15219"/>
                      <a:pt x="11970" y="15232"/>
                      <a:pt x="12063" y="15221"/>
                    </a:cubicBezTo>
                    <a:cubicBezTo>
                      <a:pt x="12445" y="15177"/>
                      <a:pt x="12473" y="15198"/>
                      <a:pt x="12442" y="15551"/>
                    </a:cubicBezTo>
                    <a:cubicBezTo>
                      <a:pt x="12394" y="16103"/>
                      <a:pt x="13145" y="17210"/>
                      <a:pt x="13585" y="17230"/>
                    </a:cubicBezTo>
                    <a:cubicBezTo>
                      <a:pt x="13881" y="17244"/>
                      <a:pt x="13921" y="17298"/>
                      <a:pt x="13971" y="17827"/>
                    </a:cubicBezTo>
                    <a:cubicBezTo>
                      <a:pt x="14014" y="18288"/>
                      <a:pt x="14104" y="18485"/>
                      <a:pt x="14405" y="18754"/>
                    </a:cubicBezTo>
                    <a:cubicBezTo>
                      <a:pt x="15258" y="19518"/>
                      <a:pt x="15755" y="19386"/>
                      <a:pt x="16133" y="18304"/>
                    </a:cubicBezTo>
                    <a:cubicBezTo>
                      <a:pt x="16281" y="17881"/>
                      <a:pt x="16408" y="17390"/>
                      <a:pt x="16408" y="17212"/>
                    </a:cubicBezTo>
                    <a:cubicBezTo>
                      <a:pt x="16409" y="17105"/>
                      <a:pt x="16428" y="17010"/>
                      <a:pt x="16456" y="16928"/>
                    </a:cubicBezTo>
                    <a:cubicBezTo>
                      <a:pt x="16468" y="16896"/>
                      <a:pt x="16482" y="16867"/>
                      <a:pt x="16498" y="16845"/>
                    </a:cubicBezTo>
                    <a:cubicBezTo>
                      <a:pt x="16506" y="16832"/>
                      <a:pt x="16509" y="16806"/>
                      <a:pt x="16518" y="16799"/>
                    </a:cubicBezTo>
                    <a:cubicBezTo>
                      <a:pt x="16522" y="16796"/>
                      <a:pt x="16535" y="16801"/>
                      <a:pt x="16539" y="16799"/>
                    </a:cubicBezTo>
                    <a:cubicBezTo>
                      <a:pt x="16605" y="16749"/>
                      <a:pt x="16683" y="16776"/>
                      <a:pt x="16766" y="16891"/>
                    </a:cubicBezTo>
                    <a:cubicBezTo>
                      <a:pt x="17129" y="17153"/>
                      <a:pt x="17737" y="17829"/>
                      <a:pt x="17737" y="18047"/>
                    </a:cubicBezTo>
                    <a:cubicBezTo>
                      <a:pt x="17737" y="18219"/>
                      <a:pt x="18004" y="18719"/>
                      <a:pt x="18233" y="19056"/>
                    </a:cubicBezTo>
                    <a:cubicBezTo>
                      <a:pt x="18361" y="19210"/>
                      <a:pt x="18475" y="19339"/>
                      <a:pt x="18556" y="19368"/>
                    </a:cubicBezTo>
                    <a:cubicBezTo>
                      <a:pt x="18705" y="19280"/>
                      <a:pt x="18582" y="18692"/>
                      <a:pt x="18274" y="18120"/>
                    </a:cubicBezTo>
                    <a:cubicBezTo>
                      <a:pt x="18103" y="17803"/>
                      <a:pt x="18020" y="17633"/>
                      <a:pt x="17999" y="17478"/>
                    </a:cubicBezTo>
                    <a:lnTo>
                      <a:pt x="17930" y="17340"/>
                    </a:lnTo>
                    <a:lnTo>
                      <a:pt x="18033" y="17148"/>
                    </a:lnTo>
                    <a:cubicBezTo>
                      <a:pt x="18044" y="17106"/>
                      <a:pt x="18052" y="17069"/>
                      <a:pt x="18068" y="17019"/>
                    </a:cubicBezTo>
                    <a:cubicBezTo>
                      <a:pt x="18145" y="16770"/>
                      <a:pt x="18436" y="16266"/>
                      <a:pt x="18715" y="15900"/>
                    </a:cubicBezTo>
                    <a:cubicBezTo>
                      <a:pt x="19215" y="15243"/>
                      <a:pt x="19226" y="15237"/>
                      <a:pt x="19789" y="15331"/>
                    </a:cubicBezTo>
                    <a:cubicBezTo>
                      <a:pt x="20294" y="15415"/>
                      <a:pt x="20644" y="15306"/>
                      <a:pt x="20994" y="14936"/>
                    </a:cubicBezTo>
                    <a:lnTo>
                      <a:pt x="21097" y="14790"/>
                    </a:lnTo>
                    <a:lnTo>
                      <a:pt x="21421" y="14349"/>
                    </a:lnTo>
                    <a:cubicBezTo>
                      <a:pt x="21532" y="14111"/>
                      <a:pt x="21554" y="13847"/>
                      <a:pt x="21552" y="13211"/>
                    </a:cubicBezTo>
                    <a:cubicBezTo>
                      <a:pt x="21547" y="11883"/>
                      <a:pt x="21217" y="10897"/>
                      <a:pt x="20677" y="10596"/>
                    </a:cubicBezTo>
                    <a:cubicBezTo>
                      <a:pt x="20087" y="10267"/>
                      <a:pt x="19783" y="10332"/>
                      <a:pt x="19121" y="10917"/>
                    </a:cubicBezTo>
                    <a:cubicBezTo>
                      <a:pt x="18614" y="11366"/>
                      <a:pt x="18450" y="11439"/>
                      <a:pt x="18116" y="11367"/>
                    </a:cubicBezTo>
                    <a:cubicBezTo>
                      <a:pt x="17623" y="11260"/>
                      <a:pt x="17445" y="11070"/>
                      <a:pt x="17172" y="10358"/>
                    </a:cubicBezTo>
                    <a:cubicBezTo>
                      <a:pt x="17119" y="10218"/>
                      <a:pt x="17075" y="10060"/>
                      <a:pt x="17042" y="9899"/>
                    </a:cubicBezTo>
                    <a:cubicBezTo>
                      <a:pt x="17036" y="9871"/>
                      <a:pt x="17033" y="9844"/>
                      <a:pt x="17028" y="9816"/>
                    </a:cubicBezTo>
                    <a:cubicBezTo>
                      <a:pt x="17003" y="9703"/>
                      <a:pt x="16989" y="9596"/>
                      <a:pt x="16987" y="9495"/>
                    </a:cubicBezTo>
                    <a:cubicBezTo>
                      <a:pt x="16948" y="9110"/>
                      <a:pt x="16971" y="8765"/>
                      <a:pt x="17076" y="8678"/>
                    </a:cubicBezTo>
                    <a:cubicBezTo>
                      <a:pt x="17254" y="8532"/>
                      <a:pt x="17118" y="8380"/>
                      <a:pt x="16449" y="7944"/>
                    </a:cubicBezTo>
                    <a:cubicBezTo>
                      <a:pt x="16235" y="7805"/>
                      <a:pt x="16083" y="7722"/>
                      <a:pt x="15940" y="7669"/>
                    </a:cubicBezTo>
                    <a:cubicBezTo>
                      <a:pt x="15782" y="7629"/>
                      <a:pt x="15620" y="7614"/>
                      <a:pt x="15458" y="7614"/>
                    </a:cubicBezTo>
                    <a:cubicBezTo>
                      <a:pt x="15385" y="7620"/>
                      <a:pt x="15320" y="7618"/>
                      <a:pt x="15231" y="7632"/>
                    </a:cubicBezTo>
                    <a:cubicBezTo>
                      <a:pt x="14973" y="7673"/>
                      <a:pt x="14813" y="7679"/>
                      <a:pt x="14714" y="7651"/>
                    </a:cubicBezTo>
                    <a:cubicBezTo>
                      <a:pt x="14645" y="7631"/>
                      <a:pt x="14602" y="7597"/>
                      <a:pt x="14590" y="7541"/>
                    </a:cubicBezTo>
                    <a:cubicBezTo>
                      <a:pt x="14569" y="7438"/>
                      <a:pt x="14506" y="7093"/>
                      <a:pt x="14453" y="6770"/>
                    </a:cubicBezTo>
                    <a:cubicBezTo>
                      <a:pt x="14368" y="6252"/>
                      <a:pt x="14301" y="6150"/>
                      <a:pt x="13861" y="5926"/>
                    </a:cubicBezTo>
                    <a:cubicBezTo>
                      <a:pt x="13240" y="5610"/>
                      <a:pt x="12357" y="5589"/>
                      <a:pt x="11940" y="5880"/>
                    </a:cubicBezTo>
                    <a:cubicBezTo>
                      <a:pt x="11862" y="5934"/>
                      <a:pt x="11809" y="5967"/>
                      <a:pt x="11754" y="5999"/>
                    </a:cubicBezTo>
                    <a:cubicBezTo>
                      <a:pt x="11713" y="6041"/>
                      <a:pt x="11673" y="6064"/>
                      <a:pt x="11637" y="6054"/>
                    </a:cubicBezTo>
                    <a:cubicBezTo>
                      <a:pt x="11475" y="6110"/>
                      <a:pt x="11406" y="6015"/>
                      <a:pt x="11292" y="5696"/>
                    </a:cubicBezTo>
                    <a:cubicBezTo>
                      <a:pt x="11111" y="5186"/>
                      <a:pt x="10083" y="4478"/>
                      <a:pt x="9516" y="4476"/>
                    </a:cubicBezTo>
                    <a:cubicBezTo>
                      <a:pt x="9161" y="4474"/>
                      <a:pt x="9018" y="4587"/>
                      <a:pt x="8504" y="5283"/>
                    </a:cubicBezTo>
                    <a:cubicBezTo>
                      <a:pt x="8052" y="5895"/>
                      <a:pt x="7879" y="6055"/>
                      <a:pt x="7794" y="5917"/>
                    </a:cubicBezTo>
                    <a:cubicBezTo>
                      <a:pt x="7733" y="5816"/>
                      <a:pt x="7600" y="5139"/>
                      <a:pt x="7498" y="4412"/>
                    </a:cubicBezTo>
                    <a:cubicBezTo>
                      <a:pt x="7323" y="3157"/>
                      <a:pt x="7320" y="3078"/>
                      <a:pt x="7505" y="2898"/>
                    </a:cubicBezTo>
                    <a:cubicBezTo>
                      <a:pt x="7613" y="2793"/>
                      <a:pt x="7736" y="2705"/>
                      <a:pt x="7781" y="2705"/>
                    </a:cubicBezTo>
                    <a:cubicBezTo>
                      <a:pt x="7892" y="2705"/>
                      <a:pt x="8891" y="180"/>
                      <a:pt x="8848" y="7"/>
                    </a:cubicBezTo>
                    <a:close/>
                    <a:moveTo>
                      <a:pt x="13468" y="12743"/>
                    </a:moveTo>
                    <a:cubicBezTo>
                      <a:pt x="13776" y="12743"/>
                      <a:pt x="14013" y="13269"/>
                      <a:pt x="13950" y="13817"/>
                    </a:cubicBezTo>
                    <a:cubicBezTo>
                      <a:pt x="13918" y="14098"/>
                      <a:pt x="12946" y="14718"/>
                      <a:pt x="12814" y="14542"/>
                    </a:cubicBezTo>
                    <a:cubicBezTo>
                      <a:pt x="12780" y="14497"/>
                      <a:pt x="12752" y="14142"/>
                      <a:pt x="12752" y="13753"/>
                    </a:cubicBezTo>
                    <a:cubicBezTo>
                      <a:pt x="12752" y="12979"/>
                      <a:pt x="12922" y="12743"/>
                      <a:pt x="13468" y="12743"/>
                    </a:cubicBezTo>
                    <a:close/>
                    <a:moveTo>
                      <a:pt x="15148" y="15248"/>
                    </a:moveTo>
                    <a:cubicBezTo>
                      <a:pt x="15178" y="15248"/>
                      <a:pt x="15299" y="15320"/>
                      <a:pt x="15417" y="15404"/>
                    </a:cubicBezTo>
                    <a:cubicBezTo>
                      <a:pt x="15747" y="15640"/>
                      <a:pt x="15673" y="15957"/>
                      <a:pt x="15231" y="16203"/>
                    </a:cubicBezTo>
                    <a:cubicBezTo>
                      <a:pt x="14755" y="16468"/>
                      <a:pt x="14774" y="16472"/>
                      <a:pt x="14687" y="16285"/>
                    </a:cubicBezTo>
                    <a:cubicBezTo>
                      <a:pt x="14623" y="16148"/>
                      <a:pt x="15024" y="15248"/>
                      <a:pt x="15148" y="15248"/>
                    </a:cubicBezTo>
                    <a:close/>
                    <a:moveTo>
                      <a:pt x="4207" y="16239"/>
                    </a:moveTo>
                    <a:cubicBezTo>
                      <a:pt x="4371" y="16240"/>
                      <a:pt x="4880" y="16457"/>
                      <a:pt x="5336" y="16726"/>
                    </a:cubicBezTo>
                    <a:cubicBezTo>
                      <a:pt x="6283" y="17282"/>
                      <a:pt x="6624" y="17307"/>
                      <a:pt x="7361" y="16872"/>
                    </a:cubicBezTo>
                    <a:cubicBezTo>
                      <a:pt x="7918" y="16544"/>
                      <a:pt x="8104" y="16574"/>
                      <a:pt x="8104" y="17010"/>
                    </a:cubicBezTo>
                    <a:cubicBezTo>
                      <a:pt x="8104" y="17190"/>
                      <a:pt x="8315" y="17430"/>
                      <a:pt x="8738" y="17726"/>
                    </a:cubicBezTo>
                    <a:cubicBezTo>
                      <a:pt x="9329" y="18139"/>
                      <a:pt x="9370" y="18212"/>
                      <a:pt x="9337" y="18643"/>
                    </a:cubicBezTo>
                    <a:cubicBezTo>
                      <a:pt x="9317" y="18899"/>
                      <a:pt x="9362" y="19199"/>
                      <a:pt x="9433" y="19313"/>
                    </a:cubicBezTo>
                    <a:cubicBezTo>
                      <a:pt x="9504" y="19427"/>
                      <a:pt x="9536" y="19604"/>
                      <a:pt x="9509" y="19708"/>
                    </a:cubicBezTo>
                    <a:cubicBezTo>
                      <a:pt x="9481" y="19812"/>
                      <a:pt x="9500" y="20042"/>
                      <a:pt x="9550" y="20222"/>
                    </a:cubicBezTo>
                    <a:cubicBezTo>
                      <a:pt x="9621" y="20475"/>
                      <a:pt x="9586" y="20606"/>
                      <a:pt x="9399" y="20781"/>
                    </a:cubicBezTo>
                    <a:cubicBezTo>
                      <a:pt x="9232" y="20937"/>
                      <a:pt x="8915" y="21003"/>
                      <a:pt x="8380" y="20992"/>
                    </a:cubicBezTo>
                    <a:cubicBezTo>
                      <a:pt x="6906" y="20964"/>
                      <a:pt x="5916" y="20492"/>
                      <a:pt x="4958" y="19387"/>
                    </a:cubicBezTo>
                    <a:cubicBezTo>
                      <a:pt x="4291" y="18618"/>
                      <a:pt x="3826" y="18506"/>
                      <a:pt x="3078" y="18919"/>
                    </a:cubicBezTo>
                    <a:cubicBezTo>
                      <a:pt x="2365" y="19313"/>
                      <a:pt x="2120" y="19316"/>
                      <a:pt x="1749" y="18928"/>
                    </a:cubicBezTo>
                    <a:cubicBezTo>
                      <a:pt x="918" y="18057"/>
                      <a:pt x="941" y="16508"/>
                      <a:pt x="1777" y="17084"/>
                    </a:cubicBezTo>
                    <a:cubicBezTo>
                      <a:pt x="2295" y="17441"/>
                      <a:pt x="2674" y="17363"/>
                      <a:pt x="3319" y="16772"/>
                    </a:cubicBezTo>
                    <a:cubicBezTo>
                      <a:pt x="3643" y="16474"/>
                      <a:pt x="4044" y="16239"/>
                      <a:pt x="4207" y="16239"/>
                    </a:cubicBezTo>
                    <a:close/>
                  </a:path>
                </a:pathLst>
              </a:custGeom>
              <a:noFill/>
              <a:ln>
                <a:noFill/>
              </a:ln>
            </p:spPr>
          </p:pic>
        </p:grpSp>
        <p:grpSp>
          <p:nvGrpSpPr>
            <p:cNvPr id="308" name="Google Shape;308;p36"/>
            <p:cNvGrpSpPr/>
            <p:nvPr/>
          </p:nvGrpSpPr>
          <p:grpSpPr>
            <a:xfrm>
              <a:off x="296684" y="6871197"/>
              <a:ext cx="1451100" cy="1451100"/>
              <a:chOff x="0" y="0"/>
              <a:chExt cx="1451100" cy="1451100"/>
            </a:xfrm>
          </p:grpSpPr>
          <p:sp>
            <p:nvSpPr>
              <p:cNvPr id="309" name="Google Shape;309;p36"/>
              <p:cNvSpPr/>
              <p:nvPr/>
            </p:nvSpPr>
            <p:spPr>
              <a:xfrm>
                <a:off x="0" y="0"/>
                <a:ext cx="1451100" cy="1451100"/>
              </a:xfrm>
              <a:prstGeom prst="ellipse">
                <a:avLst/>
              </a:prstGeom>
              <a:solidFill>
                <a:srgbClr val="950D5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10" name="Google Shape;310;p36"/>
              <p:cNvSpPr/>
              <p:nvPr/>
            </p:nvSpPr>
            <p:spPr>
              <a:xfrm>
                <a:off x="334018" y="375394"/>
                <a:ext cx="806032" cy="700380"/>
              </a:xfrm>
              <a:custGeom>
                <a:rect b="b" l="l" r="r" t="t"/>
                <a:pathLst>
                  <a:path extrusionOk="0" h="21600" w="20825">
                    <a:moveTo>
                      <a:pt x="2726" y="0"/>
                    </a:moveTo>
                    <a:cubicBezTo>
                      <a:pt x="2262" y="0"/>
                      <a:pt x="1792" y="142"/>
                      <a:pt x="1361" y="440"/>
                    </a:cubicBezTo>
                    <a:cubicBezTo>
                      <a:pt x="57" y="1343"/>
                      <a:pt x="-387" y="3336"/>
                      <a:pt x="369" y="4892"/>
                    </a:cubicBezTo>
                    <a:cubicBezTo>
                      <a:pt x="875" y="5935"/>
                      <a:pt x="1791" y="6516"/>
                      <a:pt x="2733" y="6516"/>
                    </a:cubicBezTo>
                    <a:cubicBezTo>
                      <a:pt x="2959" y="6516"/>
                      <a:pt x="3186" y="6484"/>
                      <a:pt x="3410" y="6415"/>
                    </a:cubicBezTo>
                    <a:lnTo>
                      <a:pt x="4436" y="8528"/>
                    </a:lnTo>
                    <a:cubicBezTo>
                      <a:pt x="3958" y="9115"/>
                      <a:pt x="3662" y="9916"/>
                      <a:pt x="3662" y="10800"/>
                    </a:cubicBezTo>
                    <a:cubicBezTo>
                      <a:pt x="3662" y="11684"/>
                      <a:pt x="3958" y="12485"/>
                      <a:pt x="4436" y="13072"/>
                    </a:cubicBezTo>
                    <a:lnTo>
                      <a:pt x="3410" y="15187"/>
                    </a:lnTo>
                    <a:cubicBezTo>
                      <a:pt x="3186" y="15119"/>
                      <a:pt x="2959" y="15084"/>
                      <a:pt x="2733" y="15084"/>
                    </a:cubicBezTo>
                    <a:cubicBezTo>
                      <a:pt x="1791" y="15084"/>
                      <a:pt x="875" y="15665"/>
                      <a:pt x="369" y="16708"/>
                    </a:cubicBezTo>
                    <a:cubicBezTo>
                      <a:pt x="-387" y="18264"/>
                      <a:pt x="57" y="20259"/>
                      <a:pt x="1361" y="21162"/>
                    </a:cubicBezTo>
                    <a:cubicBezTo>
                      <a:pt x="1792" y="21460"/>
                      <a:pt x="2262" y="21600"/>
                      <a:pt x="2726" y="21600"/>
                    </a:cubicBezTo>
                    <a:cubicBezTo>
                      <a:pt x="3668" y="21600"/>
                      <a:pt x="4584" y="21018"/>
                      <a:pt x="5090" y="19976"/>
                    </a:cubicBezTo>
                    <a:cubicBezTo>
                      <a:pt x="5718" y="18683"/>
                      <a:pt x="5518" y="17090"/>
                      <a:pt x="4685" y="16070"/>
                    </a:cubicBezTo>
                    <a:lnTo>
                      <a:pt x="5711" y="13956"/>
                    </a:lnTo>
                    <a:cubicBezTo>
                      <a:pt x="5929" y="14023"/>
                      <a:pt x="6157" y="14058"/>
                      <a:pt x="6392" y="14058"/>
                    </a:cubicBezTo>
                    <a:cubicBezTo>
                      <a:pt x="7643" y="14058"/>
                      <a:pt x="8698" y="13052"/>
                      <a:pt x="9020" y="11681"/>
                    </a:cubicBezTo>
                    <a:lnTo>
                      <a:pt x="11805" y="11681"/>
                    </a:lnTo>
                    <a:cubicBezTo>
                      <a:pt x="12127" y="13052"/>
                      <a:pt x="13181" y="14058"/>
                      <a:pt x="14433" y="14058"/>
                    </a:cubicBezTo>
                    <a:cubicBezTo>
                      <a:pt x="14667" y="14058"/>
                      <a:pt x="14896" y="14023"/>
                      <a:pt x="15113" y="13956"/>
                    </a:cubicBezTo>
                    <a:lnTo>
                      <a:pt x="16139" y="16070"/>
                    </a:lnTo>
                    <a:cubicBezTo>
                      <a:pt x="15307" y="17090"/>
                      <a:pt x="15106" y="18683"/>
                      <a:pt x="15734" y="19976"/>
                    </a:cubicBezTo>
                    <a:cubicBezTo>
                      <a:pt x="16240" y="21018"/>
                      <a:pt x="17156" y="21600"/>
                      <a:pt x="18098" y="21600"/>
                    </a:cubicBezTo>
                    <a:cubicBezTo>
                      <a:pt x="18563" y="21600"/>
                      <a:pt x="19033" y="21460"/>
                      <a:pt x="19464" y="21162"/>
                    </a:cubicBezTo>
                    <a:cubicBezTo>
                      <a:pt x="20768" y="20259"/>
                      <a:pt x="21213" y="18264"/>
                      <a:pt x="20457" y="16708"/>
                    </a:cubicBezTo>
                    <a:cubicBezTo>
                      <a:pt x="19951" y="15665"/>
                      <a:pt x="19035" y="15083"/>
                      <a:pt x="18093" y="15084"/>
                    </a:cubicBezTo>
                    <a:cubicBezTo>
                      <a:pt x="17867" y="15084"/>
                      <a:pt x="17640" y="15119"/>
                      <a:pt x="17416" y="15187"/>
                    </a:cubicBezTo>
                    <a:lnTo>
                      <a:pt x="16388" y="13072"/>
                    </a:lnTo>
                    <a:cubicBezTo>
                      <a:pt x="16867" y="12485"/>
                      <a:pt x="17162" y="11684"/>
                      <a:pt x="17162" y="10800"/>
                    </a:cubicBezTo>
                    <a:cubicBezTo>
                      <a:pt x="17162" y="9916"/>
                      <a:pt x="16867" y="9115"/>
                      <a:pt x="16388" y="8528"/>
                    </a:cubicBezTo>
                    <a:lnTo>
                      <a:pt x="17416" y="6415"/>
                    </a:lnTo>
                    <a:cubicBezTo>
                      <a:pt x="17640" y="6484"/>
                      <a:pt x="17867" y="6516"/>
                      <a:pt x="18093" y="6516"/>
                    </a:cubicBezTo>
                    <a:cubicBezTo>
                      <a:pt x="19035" y="6516"/>
                      <a:pt x="19951" y="5935"/>
                      <a:pt x="20457" y="4892"/>
                    </a:cubicBezTo>
                    <a:cubicBezTo>
                      <a:pt x="21213" y="3336"/>
                      <a:pt x="20768" y="1343"/>
                      <a:pt x="19464" y="440"/>
                    </a:cubicBezTo>
                    <a:cubicBezTo>
                      <a:pt x="19033" y="142"/>
                      <a:pt x="18563" y="0"/>
                      <a:pt x="18098" y="0"/>
                    </a:cubicBezTo>
                    <a:cubicBezTo>
                      <a:pt x="17156" y="0"/>
                      <a:pt x="16240" y="582"/>
                      <a:pt x="15734" y="1624"/>
                    </a:cubicBezTo>
                    <a:cubicBezTo>
                      <a:pt x="15106" y="2917"/>
                      <a:pt x="15307" y="4510"/>
                      <a:pt x="16139" y="5530"/>
                    </a:cubicBezTo>
                    <a:lnTo>
                      <a:pt x="15113" y="7644"/>
                    </a:lnTo>
                    <a:cubicBezTo>
                      <a:pt x="14896" y="7577"/>
                      <a:pt x="14667" y="7542"/>
                      <a:pt x="14433" y="7542"/>
                    </a:cubicBezTo>
                    <a:cubicBezTo>
                      <a:pt x="13181" y="7542"/>
                      <a:pt x="12127" y="8548"/>
                      <a:pt x="11805" y="9919"/>
                    </a:cubicBezTo>
                    <a:lnTo>
                      <a:pt x="9020" y="9919"/>
                    </a:lnTo>
                    <a:cubicBezTo>
                      <a:pt x="8698" y="8548"/>
                      <a:pt x="7643" y="7542"/>
                      <a:pt x="6392" y="7542"/>
                    </a:cubicBezTo>
                    <a:cubicBezTo>
                      <a:pt x="6157" y="7542"/>
                      <a:pt x="5929" y="7577"/>
                      <a:pt x="5711" y="7644"/>
                    </a:cubicBezTo>
                    <a:lnTo>
                      <a:pt x="4685" y="5530"/>
                    </a:lnTo>
                    <a:cubicBezTo>
                      <a:pt x="5518" y="4510"/>
                      <a:pt x="5718" y="2917"/>
                      <a:pt x="5090" y="1624"/>
                    </a:cubicBezTo>
                    <a:cubicBezTo>
                      <a:pt x="4584" y="582"/>
                      <a:pt x="3668" y="0"/>
                      <a:pt x="2726" y="0"/>
                    </a:cubicBezTo>
                    <a:close/>
                    <a:moveTo>
                      <a:pt x="2728" y="1761"/>
                    </a:moveTo>
                    <a:cubicBezTo>
                      <a:pt x="3175" y="1761"/>
                      <a:pt x="3591" y="2046"/>
                      <a:pt x="3815" y="2507"/>
                    </a:cubicBezTo>
                    <a:cubicBezTo>
                      <a:pt x="3983" y="2853"/>
                      <a:pt x="4027" y="3257"/>
                      <a:pt x="3941" y="3644"/>
                    </a:cubicBezTo>
                    <a:cubicBezTo>
                      <a:pt x="3855" y="4030"/>
                      <a:pt x="3649" y="4353"/>
                      <a:pt x="3359" y="4554"/>
                    </a:cubicBezTo>
                    <a:cubicBezTo>
                      <a:pt x="3165" y="4688"/>
                      <a:pt x="2954" y="4755"/>
                      <a:pt x="2733" y="4755"/>
                    </a:cubicBezTo>
                    <a:cubicBezTo>
                      <a:pt x="2286" y="4755"/>
                      <a:pt x="1868" y="4470"/>
                      <a:pt x="1644" y="4010"/>
                    </a:cubicBezTo>
                    <a:cubicBezTo>
                      <a:pt x="1476" y="3664"/>
                      <a:pt x="1432" y="3259"/>
                      <a:pt x="1518" y="2873"/>
                    </a:cubicBezTo>
                    <a:cubicBezTo>
                      <a:pt x="1604" y="2486"/>
                      <a:pt x="1810" y="2163"/>
                      <a:pt x="2100" y="1963"/>
                    </a:cubicBezTo>
                    <a:cubicBezTo>
                      <a:pt x="2294" y="1828"/>
                      <a:pt x="2506" y="1761"/>
                      <a:pt x="2728" y="1761"/>
                    </a:cubicBezTo>
                    <a:close/>
                    <a:moveTo>
                      <a:pt x="18098" y="1761"/>
                    </a:moveTo>
                    <a:cubicBezTo>
                      <a:pt x="18320" y="1761"/>
                      <a:pt x="18530" y="1829"/>
                      <a:pt x="18724" y="1963"/>
                    </a:cubicBezTo>
                    <a:cubicBezTo>
                      <a:pt x="19014" y="2163"/>
                      <a:pt x="19222" y="2486"/>
                      <a:pt x="19308" y="2873"/>
                    </a:cubicBezTo>
                    <a:cubicBezTo>
                      <a:pt x="19394" y="3259"/>
                      <a:pt x="19348" y="3664"/>
                      <a:pt x="19180" y="4010"/>
                    </a:cubicBezTo>
                    <a:cubicBezTo>
                      <a:pt x="18956" y="4470"/>
                      <a:pt x="18540" y="4755"/>
                      <a:pt x="18093" y="4755"/>
                    </a:cubicBezTo>
                    <a:cubicBezTo>
                      <a:pt x="17872" y="4755"/>
                      <a:pt x="17661" y="4688"/>
                      <a:pt x="17467" y="4554"/>
                    </a:cubicBezTo>
                    <a:cubicBezTo>
                      <a:pt x="17177" y="4353"/>
                      <a:pt x="16969" y="4030"/>
                      <a:pt x="16883" y="3644"/>
                    </a:cubicBezTo>
                    <a:cubicBezTo>
                      <a:pt x="16797" y="3257"/>
                      <a:pt x="16843" y="2853"/>
                      <a:pt x="17011" y="2507"/>
                    </a:cubicBezTo>
                    <a:cubicBezTo>
                      <a:pt x="17235" y="2046"/>
                      <a:pt x="17651" y="1761"/>
                      <a:pt x="18098" y="1761"/>
                    </a:cubicBezTo>
                    <a:close/>
                    <a:moveTo>
                      <a:pt x="2733" y="16845"/>
                    </a:moveTo>
                    <a:cubicBezTo>
                      <a:pt x="2954" y="16845"/>
                      <a:pt x="3165" y="16912"/>
                      <a:pt x="3359" y="17046"/>
                    </a:cubicBezTo>
                    <a:cubicBezTo>
                      <a:pt x="3649" y="17247"/>
                      <a:pt x="3855" y="17572"/>
                      <a:pt x="3941" y="17958"/>
                    </a:cubicBezTo>
                    <a:cubicBezTo>
                      <a:pt x="4027" y="18345"/>
                      <a:pt x="3983" y="18747"/>
                      <a:pt x="3815" y="19093"/>
                    </a:cubicBezTo>
                    <a:cubicBezTo>
                      <a:pt x="3591" y="19554"/>
                      <a:pt x="3175" y="19841"/>
                      <a:pt x="2728" y="19841"/>
                    </a:cubicBezTo>
                    <a:cubicBezTo>
                      <a:pt x="2506" y="19841"/>
                      <a:pt x="2294" y="19772"/>
                      <a:pt x="2100" y="19637"/>
                    </a:cubicBezTo>
                    <a:cubicBezTo>
                      <a:pt x="1810" y="19437"/>
                      <a:pt x="1604" y="19114"/>
                      <a:pt x="1518" y="18727"/>
                    </a:cubicBezTo>
                    <a:cubicBezTo>
                      <a:pt x="1432" y="18341"/>
                      <a:pt x="1476" y="17938"/>
                      <a:pt x="1644" y="17592"/>
                    </a:cubicBezTo>
                    <a:cubicBezTo>
                      <a:pt x="1868" y="17132"/>
                      <a:pt x="2286" y="16845"/>
                      <a:pt x="2733" y="16845"/>
                    </a:cubicBezTo>
                    <a:close/>
                    <a:moveTo>
                      <a:pt x="18093" y="16845"/>
                    </a:moveTo>
                    <a:cubicBezTo>
                      <a:pt x="18540" y="16845"/>
                      <a:pt x="18956" y="17132"/>
                      <a:pt x="19180" y="17592"/>
                    </a:cubicBezTo>
                    <a:cubicBezTo>
                      <a:pt x="19348" y="17938"/>
                      <a:pt x="19394" y="18341"/>
                      <a:pt x="19308" y="18727"/>
                    </a:cubicBezTo>
                    <a:cubicBezTo>
                      <a:pt x="19222" y="19114"/>
                      <a:pt x="19014" y="19437"/>
                      <a:pt x="18724" y="19637"/>
                    </a:cubicBezTo>
                    <a:cubicBezTo>
                      <a:pt x="18530" y="19772"/>
                      <a:pt x="18320" y="19839"/>
                      <a:pt x="18098" y="19839"/>
                    </a:cubicBezTo>
                    <a:cubicBezTo>
                      <a:pt x="17651" y="19839"/>
                      <a:pt x="17235" y="19554"/>
                      <a:pt x="17011" y="19093"/>
                    </a:cubicBezTo>
                    <a:cubicBezTo>
                      <a:pt x="16843" y="18747"/>
                      <a:pt x="16797" y="18345"/>
                      <a:pt x="16883" y="17958"/>
                    </a:cubicBezTo>
                    <a:cubicBezTo>
                      <a:pt x="16969" y="17572"/>
                      <a:pt x="17177" y="17247"/>
                      <a:pt x="17467" y="17046"/>
                    </a:cubicBezTo>
                    <a:cubicBezTo>
                      <a:pt x="17661" y="16912"/>
                      <a:pt x="17872" y="16845"/>
                      <a:pt x="18093" y="16845"/>
                    </a:cubicBezTo>
                    <a:close/>
                  </a:path>
                </a:pathLst>
              </a:custGeom>
              <a:solidFill>
                <a:srgbClr val="6FA8E7"/>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grpSp>
        <p:nvGrpSpPr>
          <p:cNvPr id="311" name="Google Shape;311;p36"/>
          <p:cNvGrpSpPr/>
          <p:nvPr/>
        </p:nvGrpSpPr>
        <p:grpSpPr>
          <a:xfrm>
            <a:off x="3084235" y="1313594"/>
            <a:ext cx="2181839" cy="3407472"/>
            <a:chOff x="0" y="-2"/>
            <a:chExt cx="5818238" cy="9086591"/>
          </a:xfrm>
        </p:grpSpPr>
        <p:sp>
          <p:nvSpPr>
            <p:cNvPr id="312" name="Google Shape;312;p36"/>
            <p:cNvSpPr txBox="1"/>
            <p:nvPr/>
          </p:nvSpPr>
          <p:spPr>
            <a:xfrm>
              <a:off x="0" y="4412531"/>
              <a:ext cx="2550900" cy="7677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5E5E5E"/>
                </a:buClr>
                <a:buSzPts val="1800"/>
                <a:buFont typeface="Helvetica Neue"/>
                <a:buNone/>
              </a:pPr>
              <a:r>
                <a:rPr b="1" i="0" lang="es" sz="1800" u="none" cap="none" strike="noStrike">
                  <a:solidFill>
                    <a:srgbClr val="5E5E5E"/>
                  </a:solidFill>
                  <a:latin typeface="Helvetica Neue"/>
                  <a:ea typeface="Helvetica Neue"/>
                  <a:cs typeface="Helvetica Neue"/>
                  <a:sym typeface="Helvetica Neue"/>
                </a:rPr>
                <a:t>samples</a:t>
              </a:r>
              <a:endParaRPr sz="500"/>
            </a:p>
          </p:txBody>
        </p:sp>
        <p:cxnSp>
          <p:nvCxnSpPr>
            <p:cNvPr id="313" name="Google Shape;313;p36"/>
            <p:cNvCxnSpPr/>
            <p:nvPr/>
          </p:nvCxnSpPr>
          <p:spPr>
            <a:xfrm rot="10800000">
              <a:off x="2988004" y="559089"/>
              <a:ext cx="0" cy="8527500"/>
            </a:xfrm>
            <a:prstGeom prst="straightConnector1">
              <a:avLst/>
            </a:prstGeom>
            <a:noFill/>
            <a:ln cap="flat" cmpd="sng" w="42875">
              <a:solidFill>
                <a:srgbClr val="929292"/>
              </a:solidFill>
              <a:prstDash val="solid"/>
              <a:miter lim="400000"/>
              <a:headEnd len="sm" w="sm" type="none"/>
              <a:tailEnd len="sm" w="sm" type="none"/>
            </a:ln>
          </p:spPr>
        </p:cxnSp>
        <p:grpSp>
          <p:nvGrpSpPr>
            <p:cNvPr id="314" name="Google Shape;314;p36"/>
            <p:cNvGrpSpPr/>
            <p:nvPr/>
          </p:nvGrpSpPr>
          <p:grpSpPr>
            <a:xfrm>
              <a:off x="3425137" y="-2"/>
              <a:ext cx="2393101" cy="9034664"/>
              <a:chOff x="-1" y="-1"/>
              <a:chExt cx="2393101" cy="9034664"/>
            </a:xfrm>
          </p:grpSpPr>
          <p:grpSp>
            <p:nvGrpSpPr>
              <p:cNvPr id="315" name="Google Shape;315;p36"/>
              <p:cNvGrpSpPr/>
              <p:nvPr/>
            </p:nvGrpSpPr>
            <p:grpSpPr>
              <a:xfrm>
                <a:off x="0" y="-1"/>
                <a:ext cx="1552480" cy="2153180"/>
                <a:chOff x="0" y="0"/>
                <a:chExt cx="1552480" cy="2153180"/>
              </a:xfrm>
            </p:grpSpPr>
            <p:grpSp>
              <p:nvGrpSpPr>
                <p:cNvPr id="316" name="Google Shape;316;p36"/>
                <p:cNvGrpSpPr/>
                <p:nvPr/>
              </p:nvGrpSpPr>
              <p:grpSpPr>
                <a:xfrm>
                  <a:off x="0" y="610956"/>
                  <a:ext cx="1552480" cy="1542224"/>
                  <a:chOff x="0" y="0"/>
                  <a:chExt cx="1552480" cy="1542224"/>
                </a:xfrm>
              </p:grpSpPr>
              <p:sp>
                <p:nvSpPr>
                  <p:cNvPr id="317" name="Google Shape;317;p36"/>
                  <p:cNvSpPr/>
                  <p:nvPr/>
                </p:nvSpPr>
                <p:spPr>
                  <a:xfrm>
                    <a:off x="0" y="0"/>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18" name="Google Shape;318;p36"/>
                  <p:cNvSpPr/>
                  <p:nvPr/>
                </p:nvSpPr>
                <p:spPr>
                  <a:xfrm>
                    <a:off x="0" y="310166"/>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19" name="Google Shape;319;p36"/>
                  <p:cNvSpPr/>
                  <p:nvPr/>
                </p:nvSpPr>
                <p:spPr>
                  <a:xfrm>
                    <a:off x="0" y="617472"/>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20" name="Google Shape;320;p36"/>
                  <p:cNvSpPr/>
                  <p:nvPr/>
                </p:nvSpPr>
                <p:spPr>
                  <a:xfrm>
                    <a:off x="0" y="92133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21" name="Google Shape;321;p36"/>
                  <p:cNvSpPr/>
                  <p:nvPr/>
                </p:nvSpPr>
                <p:spPr>
                  <a:xfrm>
                    <a:off x="0" y="1231504"/>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22" name="Google Shape;322;p36"/>
                  <p:cNvSpPr/>
                  <p:nvPr/>
                </p:nvSpPr>
                <p:spPr>
                  <a:xfrm>
                    <a:off x="310567" y="0"/>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23" name="Google Shape;323;p36"/>
                  <p:cNvSpPr/>
                  <p:nvPr/>
                </p:nvSpPr>
                <p:spPr>
                  <a:xfrm>
                    <a:off x="310567" y="310166"/>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24" name="Google Shape;324;p36"/>
                  <p:cNvSpPr/>
                  <p:nvPr/>
                </p:nvSpPr>
                <p:spPr>
                  <a:xfrm>
                    <a:off x="310567" y="617472"/>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25" name="Google Shape;325;p36"/>
                  <p:cNvSpPr/>
                  <p:nvPr/>
                </p:nvSpPr>
                <p:spPr>
                  <a:xfrm>
                    <a:off x="310567" y="92133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26" name="Google Shape;326;p36"/>
                  <p:cNvSpPr/>
                  <p:nvPr/>
                </p:nvSpPr>
                <p:spPr>
                  <a:xfrm>
                    <a:off x="310567" y="1231504"/>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27" name="Google Shape;327;p36"/>
                  <p:cNvSpPr/>
                  <p:nvPr/>
                </p:nvSpPr>
                <p:spPr>
                  <a:xfrm>
                    <a:off x="621740" y="0"/>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28" name="Google Shape;328;p36"/>
                  <p:cNvSpPr/>
                  <p:nvPr/>
                </p:nvSpPr>
                <p:spPr>
                  <a:xfrm>
                    <a:off x="621740" y="310166"/>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29" name="Google Shape;329;p36"/>
                  <p:cNvSpPr/>
                  <p:nvPr/>
                </p:nvSpPr>
                <p:spPr>
                  <a:xfrm>
                    <a:off x="621740" y="617472"/>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30" name="Google Shape;330;p36"/>
                  <p:cNvSpPr/>
                  <p:nvPr/>
                </p:nvSpPr>
                <p:spPr>
                  <a:xfrm>
                    <a:off x="621740" y="92133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31" name="Google Shape;331;p36"/>
                  <p:cNvSpPr/>
                  <p:nvPr/>
                </p:nvSpPr>
                <p:spPr>
                  <a:xfrm>
                    <a:off x="621740" y="1231504"/>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32" name="Google Shape;332;p36"/>
                  <p:cNvSpPr/>
                  <p:nvPr/>
                </p:nvSpPr>
                <p:spPr>
                  <a:xfrm>
                    <a:off x="932307" y="0"/>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33" name="Google Shape;333;p36"/>
                  <p:cNvSpPr/>
                  <p:nvPr/>
                </p:nvSpPr>
                <p:spPr>
                  <a:xfrm>
                    <a:off x="932307" y="310166"/>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34" name="Google Shape;334;p36"/>
                  <p:cNvSpPr/>
                  <p:nvPr/>
                </p:nvSpPr>
                <p:spPr>
                  <a:xfrm>
                    <a:off x="932307" y="617472"/>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35" name="Google Shape;335;p36"/>
                  <p:cNvSpPr/>
                  <p:nvPr/>
                </p:nvSpPr>
                <p:spPr>
                  <a:xfrm>
                    <a:off x="932307" y="92133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36" name="Google Shape;336;p36"/>
                  <p:cNvSpPr/>
                  <p:nvPr/>
                </p:nvSpPr>
                <p:spPr>
                  <a:xfrm>
                    <a:off x="932307" y="1231504"/>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37" name="Google Shape;337;p36"/>
                  <p:cNvSpPr/>
                  <p:nvPr/>
                </p:nvSpPr>
                <p:spPr>
                  <a:xfrm>
                    <a:off x="1243480" y="1720"/>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38" name="Google Shape;338;p36"/>
                  <p:cNvSpPr/>
                  <p:nvPr/>
                </p:nvSpPr>
                <p:spPr>
                  <a:xfrm>
                    <a:off x="1243480" y="31188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39" name="Google Shape;339;p36"/>
                  <p:cNvSpPr/>
                  <p:nvPr/>
                </p:nvSpPr>
                <p:spPr>
                  <a:xfrm>
                    <a:off x="1243480" y="619193"/>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40" name="Google Shape;340;p36"/>
                  <p:cNvSpPr/>
                  <p:nvPr/>
                </p:nvSpPr>
                <p:spPr>
                  <a:xfrm>
                    <a:off x="1243480" y="92305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41" name="Google Shape;341;p36"/>
                  <p:cNvSpPr/>
                  <p:nvPr/>
                </p:nvSpPr>
                <p:spPr>
                  <a:xfrm>
                    <a:off x="1243480" y="1233224"/>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342" name="Google Shape;342;p36"/>
                <p:cNvSpPr txBox="1"/>
                <p:nvPr/>
              </p:nvSpPr>
              <p:spPr>
                <a:xfrm>
                  <a:off x="0" y="0"/>
                  <a:ext cx="1288500" cy="546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5E5E5E"/>
                    </a:buClr>
                    <a:buSzPts val="1200"/>
                    <a:buFont typeface="Helvetica Neue"/>
                    <a:buNone/>
                  </a:pPr>
                  <a:r>
                    <a:rPr b="1" i="0" lang="es" sz="1200" u="none" cap="none" strike="noStrike">
                      <a:solidFill>
                        <a:srgbClr val="5E5E5E"/>
                      </a:solidFill>
                      <a:latin typeface="Helvetica Neue"/>
                      <a:ea typeface="Helvetica Neue"/>
                      <a:cs typeface="Helvetica Neue"/>
                      <a:sym typeface="Helvetica Neue"/>
                    </a:rPr>
                    <a:t>genes</a:t>
                  </a:r>
                  <a:endParaRPr sz="500"/>
                </a:p>
              </p:txBody>
            </p:sp>
          </p:grpSp>
          <p:grpSp>
            <p:nvGrpSpPr>
              <p:cNvPr id="343" name="Google Shape;343;p36"/>
              <p:cNvGrpSpPr/>
              <p:nvPr/>
            </p:nvGrpSpPr>
            <p:grpSpPr>
              <a:xfrm>
                <a:off x="0" y="2286738"/>
                <a:ext cx="2213700" cy="2160502"/>
                <a:chOff x="0" y="0"/>
                <a:chExt cx="2213700" cy="2160502"/>
              </a:xfrm>
            </p:grpSpPr>
            <p:grpSp>
              <p:nvGrpSpPr>
                <p:cNvPr id="344" name="Google Shape;344;p36"/>
                <p:cNvGrpSpPr/>
                <p:nvPr/>
              </p:nvGrpSpPr>
              <p:grpSpPr>
                <a:xfrm>
                  <a:off x="0" y="618278"/>
                  <a:ext cx="1552480" cy="1542224"/>
                  <a:chOff x="0" y="0"/>
                  <a:chExt cx="1552480" cy="1542224"/>
                </a:xfrm>
              </p:grpSpPr>
              <p:sp>
                <p:nvSpPr>
                  <p:cNvPr id="345" name="Google Shape;345;p36"/>
                  <p:cNvSpPr/>
                  <p:nvPr/>
                </p:nvSpPr>
                <p:spPr>
                  <a:xfrm>
                    <a:off x="0" y="0"/>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46" name="Google Shape;346;p36"/>
                  <p:cNvSpPr/>
                  <p:nvPr/>
                </p:nvSpPr>
                <p:spPr>
                  <a:xfrm>
                    <a:off x="0" y="310166"/>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47" name="Google Shape;347;p36"/>
                  <p:cNvSpPr/>
                  <p:nvPr/>
                </p:nvSpPr>
                <p:spPr>
                  <a:xfrm>
                    <a:off x="0" y="617472"/>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48" name="Google Shape;348;p36"/>
                  <p:cNvSpPr/>
                  <p:nvPr/>
                </p:nvSpPr>
                <p:spPr>
                  <a:xfrm>
                    <a:off x="0" y="92133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49" name="Google Shape;349;p36"/>
                  <p:cNvSpPr/>
                  <p:nvPr/>
                </p:nvSpPr>
                <p:spPr>
                  <a:xfrm>
                    <a:off x="0" y="1231504"/>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50" name="Google Shape;350;p36"/>
                  <p:cNvSpPr/>
                  <p:nvPr/>
                </p:nvSpPr>
                <p:spPr>
                  <a:xfrm>
                    <a:off x="310567" y="0"/>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51" name="Google Shape;351;p36"/>
                  <p:cNvSpPr/>
                  <p:nvPr/>
                </p:nvSpPr>
                <p:spPr>
                  <a:xfrm>
                    <a:off x="310567" y="310166"/>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52" name="Google Shape;352;p36"/>
                  <p:cNvSpPr/>
                  <p:nvPr/>
                </p:nvSpPr>
                <p:spPr>
                  <a:xfrm>
                    <a:off x="310567" y="617472"/>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53" name="Google Shape;353;p36"/>
                  <p:cNvSpPr/>
                  <p:nvPr/>
                </p:nvSpPr>
                <p:spPr>
                  <a:xfrm>
                    <a:off x="310567" y="92133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54" name="Google Shape;354;p36"/>
                  <p:cNvSpPr/>
                  <p:nvPr/>
                </p:nvSpPr>
                <p:spPr>
                  <a:xfrm>
                    <a:off x="310567" y="1231504"/>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55" name="Google Shape;355;p36"/>
                  <p:cNvSpPr/>
                  <p:nvPr/>
                </p:nvSpPr>
                <p:spPr>
                  <a:xfrm>
                    <a:off x="621740" y="0"/>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56" name="Google Shape;356;p36"/>
                  <p:cNvSpPr/>
                  <p:nvPr/>
                </p:nvSpPr>
                <p:spPr>
                  <a:xfrm>
                    <a:off x="621740" y="310166"/>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57" name="Google Shape;357;p36"/>
                  <p:cNvSpPr/>
                  <p:nvPr/>
                </p:nvSpPr>
                <p:spPr>
                  <a:xfrm>
                    <a:off x="621740" y="617472"/>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58" name="Google Shape;358;p36"/>
                  <p:cNvSpPr/>
                  <p:nvPr/>
                </p:nvSpPr>
                <p:spPr>
                  <a:xfrm>
                    <a:off x="621740" y="92133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59" name="Google Shape;359;p36"/>
                  <p:cNvSpPr/>
                  <p:nvPr/>
                </p:nvSpPr>
                <p:spPr>
                  <a:xfrm>
                    <a:off x="621740" y="1231504"/>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60" name="Google Shape;360;p36"/>
                  <p:cNvSpPr/>
                  <p:nvPr/>
                </p:nvSpPr>
                <p:spPr>
                  <a:xfrm>
                    <a:off x="932307" y="0"/>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61" name="Google Shape;361;p36"/>
                  <p:cNvSpPr/>
                  <p:nvPr/>
                </p:nvSpPr>
                <p:spPr>
                  <a:xfrm>
                    <a:off x="932307" y="310166"/>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62" name="Google Shape;362;p36"/>
                  <p:cNvSpPr/>
                  <p:nvPr/>
                </p:nvSpPr>
                <p:spPr>
                  <a:xfrm>
                    <a:off x="932307" y="617472"/>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63" name="Google Shape;363;p36"/>
                  <p:cNvSpPr/>
                  <p:nvPr/>
                </p:nvSpPr>
                <p:spPr>
                  <a:xfrm>
                    <a:off x="932307" y="92133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64" name="Google Shape;364;p36"/>
                  <p:cNvSpPr/>
                  <p:nvPr/>
                </p:nvSpPr>
                <p:spPr>
                  <a:xfrm>
                    <a:off x="932307" y="1231504"/>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65" name="Google Shape;365;p36"/>
                  <p:cNvSpPr/>
                  <p:nvPr/>
                </p:nvSpPr>
                <p:spPr>
                  <a:xfrm>
                    <a:off x="1243480" y="1720"/>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66" name="Google Shape;366;p36"/>
                  <p:cNvSpPr/>
                  <p:nvPr/>
                </p:nvSpPr>
                <p:spPr>
                  <a:xfrm>
                    <a:off x="1243480" y="31188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67" name="Google Shape;367;p36"/>
                  <p:cNvSpPr/>
                  <p:nvPr/>
                </p:nvSpPr>
                <p:spPr>
                  <a:xfrm>
                    <a:off x="1243480" y="619193"/>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68" name="Google Shape;368;p36"/>
                  <p:cNvSpPr/>
                  <p:nvPr/>
                </p:nvSpPr>
                <p:spPr>
                  <a:xfrm>
                    <a:off x="1243480" y="92305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69" name="Google Shape;369;p36"/>
                  <p:cNvSpPr/>
                  <p:nvPr/>
                </p:nvSpPr>
                <p:spPr>
                  <a:xfrm>
                    <a:off x="1243480" y="1233224"/>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370" name="Google Shape;370;p36"/>
                <p:cNvSpPr txBox="1"/>
                <p:nvPr/>
              </p:nvSpPr>
              <p:spPr>
                <a:xfrm>
                  <a:off x="0" y="0"/>
                  <a:ext cx="2213700" cy="546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5E5E5E"/>
                    </a:buClr>
                    <a:buSzPts val="1200"/>
                    <a:buFont typeface="Helvetica Neue"/>
                    <a:buNone/>
                  </a:pPr>
                  <a:r>
                    <a:rPr b="1" i="0" lang="es" sz="1200" u="none" cap="none" strike="noStrike">
                      <a:solidFill>
                        <a:srgbClr val="5E5E5E"/>
                      </a:solidFill>
                      <a:latin typeface="Helvetica Neue"/>
                      <a:ea typeface="Helvetica Neue"/>
                      <a:cs typeface="Helvetica Neue"/>
                      <a:sym typeface="Helvetica Neue"/>
                    </a:rPr>
                    <a:t>transcripts</a:t>
                  </a:r>
                  <a:endParaRPr sz="500"/>
                </a:p>
              </p:txBody>
            </p:sp>
          </p:grpSp>
          <p:grpSp>
            <p:nvGrpSpPr>
              <p:cNvPr id="371" name="Google Shape;371;p36"/>
              <p:cNvGrpSpPr/>
              <p:nvPr/>
            </p:nvGrpSpPr>
            <p:grpSpPr>
              <a:xfrm>
                <a:off x="-1" y="4576565"/>
                <a:ext cx="1702200" cy="2161647"/>
                <a:chOff x="0" y="0"/>
                <a:chExt cx="1702200" cy="2161647"/>
              </a:xfrm>
            </p:grpSpPr>
            <p:grpSp>
              <p:nvGrpSpPr>
                <p:cNvPr id="372" name="Google Shape;372;p36"/>
                <p:cNvGrpSpPr/>
                <p:nvPr/>
              </p:nvGrpSpPr>
              <p:grpSpPr>
                <a:xfrm>
                  <a:off x="0" y="619423"/>
                  <a:ext cx="1552480" cy="1542224"/>
                  <a:chOff x="0" y="0"/>
                  <a:chExt cx="1552480" cy="1542224"/>
                </a:xfrm>
              </p:grpSpPr>
              <p:sp>
                <p:nvSpPr>
                  <p:cNvPr id="373" name="Google Shape;373;p36"/>
                  <p:cNvSpPr/>
                  <p:nvPr/>
                </p:nvSpPr>
                <p:spPr>
                  <a:xfrm>
                    <a:off x="0" y="0"/>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74" name="Google Shape;374;p36"/>
                  <p:cNvSpPr/>
                  <p:nvPr/>
                </p:nvSpPr>
                <p:spPr>
                  <a:xfrm>
                    <a:off x="0" y="310166"/>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75" name="Google Shape;375;p36"/>
                  <p:cNvSpPr/>
                  <p:nvPr/>
                </p:nvSpPr>
                <p:spPr>
                  <a:xfrm>
                    <a:off x="0" y="617472"/>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76" name="Google Shape;376;p36"/>
                  <p:cNvSpPr/>
                  <p:nvPr/>
                </p:nvSpPr>
                <p:spPr>
                  <a:xfrm>
                    <a:off x="0" y="92133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77" name="Google Shape;377;p36"/>
                  <p:cNvSpPr/>
                  <p:nvPr/>
                </p:nvSpPr>
                <p:spPr>
                  <a:xfrm>
                    <a:off x="0" y="1231504"/>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78" name="Google Shape;378;p36"/>
                  <p:cNvSpPr/>
                  <p:nvPr/>
                </p:nvSpPr>
                <p:spPr>
                  <a:xfrm>
                    <a:off x="310567" y="0"/>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79" name="Google Shape;379;p36"/>
                  <p:cNvSpPr/>
                  <p:nvPr/>
                </p:nvSpPr>
                <p:spPr>
                  <a:xfrm>
                    <a:off x="310567" y="310166"/>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80" name="Google Shape;380;p36"/>
                  <p:cNvSpPr/>
                  <p:nvPr/>
                </p:nvSpPr>
                <p:spPr>
                  <a:xfrm>
                    <a:off x="310567" y="617472"/>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81" name="Google Shape;381;p36"/>
                  <p:cNvSpPr/>
                  <p:nvPr/>
                </p:nvSpPr>
                <p:spPr>
                  <a:xfrm>
                    <a:off x="310567" y="92133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82" name="Google Shape;382;p36"/>
                  <p:cNvSpPr/>
                  <p:nvPr/>
                </p:nvSpPr>
                <p:spPr>
                  <a:xfrm>
                    <a:off x="310567" y="1231504"/>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83" name="Google Shape;383;p36"/>
                  <p:cNvSpPr/>
                  <p:nvPr/>
                </p:nvSpPr>
                <p:spPr>
                  <a:xfrm>
                    <a:off x="621740" y="0"/>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84" name="Google Shape;384;p36"/>
                  <p:cNvSpPr/>
                  <p:nvPr/>
                </p:nvSpPr>
                <p:spPr>
                  <a:xfrm>
                    <a:off x="621740" y="310166"/>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85" name="Google Shape;385;p36"/>
                  <p:cNvSpPr/>
                  <p:nvPr/>
                </p:nvSpPr>
                <p:spPr>
                  <a:xfrm>
                    <a:off x="621740" y="617472"/>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86" name="Google Shape;386;p36"/>
                  <p:cNvSpPr/>
                  <p:nvPr/>
                </p:nvSpPr>
                <p:spPr>
                  <a:xfrm>
                    <a:off x="621740" y="92133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87" name="Google Shape;387;p36"/>
                  <p:cNvSpPr/>
                  <p:nvPr/>
                </p:nvSpPr>
                <p:spPr>
                  <a:xfrm>
                    <a:off x="621740" y="1231504"/>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88" name="Google Shape;388;p36"/>
                  <p:cNvSpPr/>
                  <p:nvPr/>
                </p:nvSpPr>
                <p:spPr>
                  <a:xfrm>
                    <a:off x="932307" y="0"/>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89" name="Google Shape;389;p36"/>
                  <p:cNvSpPr/>
                  <p:nvPr/>
                </p:nvSpPr>
                <p:spPr>
                  <a:xfrm>
                    <a:off x="932307" y="310166"/>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90" name="Google Shape;390;p36"/>
                  <p:cNvSpPr/>
                  <p:nvPr/>
                </p:nvSpPr>
                <p:spPr>
                  <a:xfrm>
                    <a:off x="932307" y="617472"/>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91" name="Google Shape;391;p36"/>
                  <p:cNvSpPr/>
                  <p:nvPr/>
                </p:nvSpPr>
                <p:spPr>
                  <a:xfrm>
                    <a:off x="932307" y="92133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92" name="Google Shape;392;p36"/>
                  <p:cNvSpPr/>
                  <p:nvPr/>
                </p:nvSpPr>
                <p:spPr>
                  <a:xfrm>
                    <a:off x="932307" y="1231504"/>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93" name="Google Shape;393;p36"/>
                  <p:cNvSpPr/>
                  <p:nvPr/>
                </p:nvSpPr>
                <p:spPr>
                  <a:xfrm>
                    <a:off x="1243480" y="1720"/>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94" name="Google Shape;394;p36"/>
                  <p:cNvSpPr/>
                  <p:nvPr/>
                </p:nvSpPr>
                <p:spPr>
                  <a:xfrm>
                    <a:off x="1243480" y="31188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95" name="Google Shape;395;p36"/>
                  <p:cNvSpPr/>
                  <p:nvPr/>
                </p:nvSpPr>
                <p:spPr>
                  <a:xfrm>
                    <a:off x="1243480" y="619193"/>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96" name="Google Shape;396;p36"/>
                  <p:cNvSpPr/>
                  <p:nvPr/>
                </p:nvSpPr>
                <p:spPr>
                  <a:xfrm>
                    <a:off x="1243480" y="92305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397" name="Google Shape;397;p36"/>
                  <p:cNvSpPr/>
                  <p:nvPr/>
                </p:nvSpPr>
                <p:spPr>
                  <a:xfrm>
                    <a:off x="1243480" y="1233224"/>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398" name="Google Shape;398;p36"/>
                <p:cNvSpPr txBox="1"/>
                <p:nvPr/>
              </p:nvSpPr>
              <p:spPr>
                <a:xfrm>
                  <a:off x="0" y="0"/>
                  <a:ext cx="1702200" cy="546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5E5E5E"/>
                    </a:buClr>
                    <a:buSzPts val="1200"/>
                    <a:buFont typeface="Helvetica Neue"/>
                    <a:buNone/>
                  </a:pPr>
                  <a:r>
                    <a:rPr b="1" i="0" lang="es" sz="1200" u="none" cap="none" strike="noStrike">
                      <a:solidFill>
                        <a:srgbClr val="5E5E5E"/>
                      </a:solidFill>
                      <a:latin typeface="Helvetica Neue"/>
                      <a:ea typeface="Helvetica Neue"/>
                      <a:cs typeface="Helvetica Neue"/>
                      <a:sym typeface="Helvetica Neue"/>
                    </a:rPr>
                    <a:t>proteins</a:t>
                  </a:r>
                  <a:endParaRPr sz="500"/>
                </a:p>
              </p:txBody>
            </p:sp>
          </p:grpSp>
          <p:grpSp>
            <p:nvGrpSpPr>
              <p:cNvPr id="399" name="Google Shape;399;p36"/>
              <p:cNvGrpSpPr/>
              <p:nvPr/>
            </p:nvGrpSpPr>
            <p:grpSpPr>
              <a:xfrm>
                <a:off x="0" y="6860910"/>
                <a:ext cx="2393100" cy="2173753"/>
                <a:chOff x="0" y="0"/>
                <a:chExt cx="2393100" cy="2173753"/>
              </a:xfrm>
            </p:grpSpPr>
            <p:grpSp>
              <p:nvGrpSpPr>
                <p:cNvPr id="400" name="Google Shape;400;p36"/>
                <p:cNvGrpSpPr/>
                <p:nvPr/>
              </p:nvGrpSpPr>
              <p:grpSpPr>
                <a:xfrm>
                  <a:off x="0" y="631529"/>
                  <a:ext cx="1552480" cy="1542224"/>
                  <a:chOff x="0" y="0"/>
                  <a:chExt cx="1552480" cy="1542224"/>
                </a:xfrm>
              </p:grpSpPr>
              <p:sp>
                <p:nvSpPr>
                  <p:cNvPr id="401" name="Google Shape;401;p36"/>
                  <p:cNvSpPr/>
                  <p:nvPr/>
                </p:nvSpPr>
                <p:spPr>
                  <a:xfrm>
                    <a:off x="0" y="0"/>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02" name="Google Shape;402;p36"/>
                  <p:cNvSpPr/>
                  <p:nvPr/>
                </p:nvSpPr>
                <p:spPr>
                  <a:xfrm>
                    <a:off x="0" y="310166"/>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03" name="Google Shape;403;p36"/>
                  <p:cNvSpPr/>
                  <p:nvPr/>
                </p:nvSpPr>
                <p:spPr>
                  <a:xfrm>
                    <a:off x="0" y="617472"/>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04" name="Google Shape;404;p36"/>
                  <p:cNvSpPr/>
                  <p:nvPr/>
                </p:nvSpPr>
                <p:spPr>
                  <a:xfrm>
                    <a:off x="0" y="92133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05" name="Google Shape;405;p36"/>
                  <p:cNvSpPr/>
                  <p:nvPr/>
                </p:nvSpPr>
                <p:spPr>
                  <a:xfrm>
                    <a:off x="0" y="1231504"/>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06" name="Google Shape;406;p36"/>
                  <p:cNvSpPr/>
                  <p:nvPr/>
                </p:nvSpPr>
                <p:spPr>
                  <a:xfrm>
                    <a:off x="310567" y="0"/>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07" name="Google Shape;407;p36"/>
                  <p:cNvSpPr/>
                  <p:nvPr/>
                </p:nvSpPr>
                <p:spPr>
                  <a:xfrm>
                    <a:off x="310567" y="310166"/>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08" name="Google Shape;408;p36"/>
                  <p:cNvSpPr/>
                  <p:nvPr/>
                </p:nvSpPr>
                <p:spPr>
                  <a:xfrm>
                    <a:off x="310567" y="617472"/>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09" name="Google Shape;409;p36"/>
                  <p:cNvSpPr/>
                  <p:nvPr/>
                </p:nvSpPr>
                <p:spPr>
                  <a:xfrm>
                    <a:off x="310567" y="92133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10" name="Google Shape;410;p36"/>
                  <p:cNvSpPr/>
                  <p:nvPr/>
                </p:nvSpPr>
                <p:spPr>
                  <a:xfrm>
                    <a:off x="310567" y="1231504"/>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11" name="Google Shape;411;p36"/>
                  <p:cNvSpPr/>
                  <p:nvPr/>
                </p:nvSpPr>
                <p:spPr>
                  <a:xfrm>
                    <a:off x="621740" y="0"/>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12" name="Google Shape;412;p36"/>
                  <p:cNvSpPr/>
                  <p:nvPr/>
                </p:nvSpPr>
                <p:spPr>
                  <a:xfrm>
                    <a:off x="621740" y="310166"/>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13" name="Google Shape;413;p36"/>
                  <p:cNvSpPr/>
                  <p:nvPr/>
                </p:nvSpPr>
                <p:spPr>
                  <a:xfrm>
                    <a:off x="621740" y="617472"/>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14" name="Google Shape;414;p36"/>
                  <p:cNvSpPr/>
                  <p:nvPr/>
                </p:nvSpPr>
                <p:spPr>
                  <a:xfrm>
                    <a:off x="621740" y="92133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15" name="Google Shape;415;p36"/>
                  <p:cNvSpPr/>
                  <p:nvPr/>
                </p:nvSpPr>
                <p:spPr>
                  <a:xfrm>
                    <a:off x="621740" y="1231504"/>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16" name="Google Shape;416;p36"/>
                  <p:cNvSpPr/>
                  <p:nvPr/>
                </p:nvSpPr>
                <p:spPr>
                  <a:xfrm>
                    <a:off x="932307" y="0"/>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17" name="Google Shape;417;p36"/>
                  <p:cNvSpPr/>
                  <p:nvPr/>
                </p:nvSpPr>
                <p:spPr>
                  <a:xfrm>
                    <a:off x="932307" y="310166"/>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18" name="Google Shape;418;p36"/>
                  <p:cNvSpPr/>
                  <p:nvPr/>
                </p:nvSpPr>
                <p:spPr>
                  <a:xfrm>
                    <a:off x="932307" y="617472"/>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19" name="Google Shape;419;p36"/>
                  <p:cNvSpPr/>
                  <p:nvPr/>
                </p:nvSpPr>
                <p:spPr>
                  <a:xfrm>
                    <a:off x="932307" y="92133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20" name="Google Shape;420;p36"/>
                  <p:cNvSpPr/>
                  <p:nvPr/>
                </p:nvSpPr>
                <p:spPr>
                  <a:xfrm>
                    <a:off x="932307" y="1231504"/>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21" name="Google Shape;421;p36"/>
                  <p:cNvSpPr/>
                  <p:nvPr/>
                </p:nvSpPr>
                <p:spPr>
                  <a:xfrm>
                    <a:off x="1243480" y="1720"/>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22" name="Google Shape;422;p36"/>
                  <p:cNvSpPr/>
                  <p:nvPr/>
                </p:nvSpPr>
                <p:spPr>
                  <a:xfrm>
                    <a:off x="1243480" y="31188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23" name="Google Shape;423;p36"/>
                  <p:cNvSpPr/>
                  <p:nvPr/>
                </p:nvSpPr>
                <p:spPr>
                  <a:xfrm>
                    <a:off x="1243480" y="619193"/>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24" name="Google Shape;424;p36"/>
                  <p:cNvSpPr/>
                  <p:nvPr/>
                </p:nvSpPr>
                <p:spPr>
                  <a:xfrm>
                    <a:off x="1243480" y="92305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25" name="Google Shape;425;p36"/>
                  <p:cNvSpPr/>
                  <p:nvPr/>
                </p:nvSpPr>
                <p:spPr>
                  <a:xfrm>
                    <a:off x="1243480" y="1233224"/>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426" name="Google Shape;426;p36"/>
                <p:cNvSpPr txBox="1"/>
                <p:nvPr/>
              </p:nvSpPr>
              <p:spPr>
                <a:xfrm>
                  <a:off x="0" y="0"/>
                  <a:ext cx="2393100" cy="546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5E5E5E"/>
                    </a:buClr>
                    <a:buSzPts val="1200"/>
                    <a:buFont typeface="Helvetica Neue"/>
                    <a:buNone/>
                  </a:pPr>
                  <a:r>
                    <a:rPr b="1" i="0" lang="es" sz="1200" u="none" cap="none" strike="noStrike">
                      <a:solidFill>
                        <a:srgbClr val="5E5E5E"/>
                      </a:solidFill>
                      <a:latin typeface="Helvetica Neue"/>
                      <a:ea typeface="Helvetica Neue"/>
                      <a:cs typeface="Helvetica Neue"/>
                      <a:sym typeface="Helvetica Neue"/>
                    </a:rPr>
                    <a:t>metabolites</a:t>
                  </a:r>
                  <a:endParaRPr sz="500"/>
                </a:p>
              </p:txBody>
            </p:sp>
          </p:grpSp>
        </p:grpSp>
      </p:grpSp>
      <p:sp>
        <p:nvSpPr>
          <p:cNvPr id="427" name="Google Shape;427;p36"/>
          <p:cNvSpPr/>
          <p:nvPr/>
        </p:nvSpPr>
        <p:spPr>
          <a:xfrm>
            <a:off x="2544635" y="2863483"/>
            <a:ext cx="307800" cy="307800"/>
          </a:xfrm>
          <a:prstGeom prst="rightArrow">
            <a:avLst>
              <a:gd fmla="val 32000" name="adj1"/>
              <a:gd fmla="val 64000" name="adj2"/>
            </a:avLst>
          </a:prstGeom>
          <a:solidFill>
            <a:srgbClr val="5E5E5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28" name="Google Shape;428;p36"/>
          <p:cNvSpPr/>
          <p:nvPr/>
        </p:nvSpPr>
        <p:spPr>
          <a:xfrm>
            <a:off x="5497937" y="2863483"/>
            <a:ext cx="307800" cy="307800"/>
          </a:xfrm>
          <a:prstGeom prst="rightArrow">
            <a:avLst>
              <a:gd fmla="val 32000" name="adj1"/>
              <a:gd fmla="val 64000" name="adj2"/>
            </a:avLst>
          </a:prstGeom>
          <a:solidFill>
            <a:srgbClr val="5E5E5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nvGrpSpPr>
          <p:cNvPr id="429" name="Google Shape;429;p36"/>
          <p:cNvGrpSpPr/>
          <p:nvPr/>
        </p:nvGrpSpPr>
        <p:grpSpPr>
          <a:xfrm>
            <a:off x="6141855" y="1432362"/>
            <a:ext cx="1681065" cy="3123003"/>
            <a:chOff x="-1" y="0"/>
            <a:chExt cx="4482840" cy="8328008"/>
          </a:xfrm>
        </p:grpSpPr>
        <p:grpSp>
          <p:nvGrpSpPr>
            <p:cNvPr id="430" name="Google Shape;430;p36"/>
            <p:cNvGrpSpPr/>
            <p:nvPr/>
          </p:nvGrpSpPr>
          <p:grpSpPr>
            <a:xfrm>
              <a:off x="8560" y="3592423"/>
              <a:ext cx="4465717" cy="1268298"/>
              <a:chOff x="0" y="0"/>
              <a:chExt cx="4465717" cy="1268298"/>
            </a:xfrm>
          </p:grpSpPr>
          <p:sp>
            <p:nvSpPr>
              <p:cNvPr id="431" name="Google Shape;431;p36"/>
              <p:cNvSpPr/>
              <p:nvPr/>
            </p:nvSpPr>
            <p:spPr>
              <a:xfrm>
                <a:off x="0" y="0"/>
                <a:ext cx="1271700" cy="1268298"/>
              </a:xfrm>
              <a:custGeom>
                <a:rect b="b" l="l" r="r" t="t"/>
                <a:pathLst>
                  <a:path extrusionOk="0" h="21600" w="21600">
                    <a:moveTo>
                      <a:pt x="194" y="0"/>
                    </a:moveTo>
                    <a:cubicBezTo>
                      <a:pt x="87" y="0"/>
                      <a:pt x="0" y="87"/>
                      <a:pt x="0" y="194"/>
                    </a:cubicBezTo>
                    <a:lnTo>
                      <a:pt x="0" y="21404"/>
                    </a:lnTo>
                    <a:cubicBezTo>
                      <a:pt x="0" y="21511"/>
                      <a:pt x="87" y="21600"/>
                      <a:pt x="194" y="21600"/>
                    </a:cubicBezTo>
                    <a:lnTo>
                      <a:pt x="21406" y="21600"/>
                    </a:lnTo>
                    <a:cubicBezTo>
                      <a:pt x="21513" y="21600"/>
                      <a:pt x="21600" y="21511"/>
                      <a:pt x="21600" y="21404"/>
                    </a:cubicBezTo>
                    <a:lnTo>
                      <a:pt x="21600" y="20822"/>
                    </a:lnTo>
                    <a:cubicBezTo>
                      <a:pt x="21600" y="20715"/>
                      <a:pt x="21513" y="20628"/>
                      <a:pt x="21406" y="20628"/>
                    </a:cubicBezTo>
                    <a:lnTo>
                      <a:pt x="1163" y="20628"/>
                    </a:lnTo>
                    <a:cubicBezTo>
                      <a:pt x="1057" y="20628"/>
                      <a:pt x="970" y="20539"/>
                      <a:pt x="970" y="20432"/>
                    </a:cubicBezTo>
                    <a:lnTo>
                      <a:pt x="970" y="194"/>
                    </a:lnTo>
                    <a:cubicBezTo>
                      <a:pt x="970" y="87"/>
                      <a:pt x="883" y="0"/>
                      <a:pt x="776" y="0"/>
                    </a:cubicBezTo>
                    <a:lnTo>
                      <a:pt x="194" y="0"/>
                    </a:lnTo>
                    <a:close/>
                    <a:moveTo>
                      <a:pt x="16860" y="3004"/>
                    </a:moveTo>
                    <a:lnTo>
                      <a:pt x="16860" y="19065"/>
                    </a:lnTo>
                    <a:lnTo>
                      <a:pt x="19553" y="19065"/>
                    </a:lnTo>
                    <a:lnTo>
                      <a:pt x="19553" y="3004"/>
                    </a:lnTo>
                    <a:lnTo>
                      <a:pt x="16860" y="3004"/>
                    </a:lnTo>
                    <a:close/>
                    <a:moveTo>
                      <a:pt x="7272" y="6922"/>
                    </a:moveTo>
                    <a:lnTo>
                      <a:pt x="7272" y="19065"/>
                    </a:lnTo>
                    <a:lnTo>
                      <a:pt x="9965" y="19065"/>
                    </a:lnTo>
                    <a:lnTo>
                      <a:pt x="9965" y="6922"/>
                    </a:lnTo>
                    <a:lnTo>
                      <a:pt x="7272" y="6922"/>
                    </a:lnTo>
                    <a:close/>
                    <a:moveTo>
                      <a:pt x="12066" y="10127"/>
                    </a:moveTo>
                    <a:lnTo>
                      <a:pt x="12066" y="19065"/>
                    </a:lnTo>
                    <a:lnTo>
                      <a:pt x="14759" y="19065"/>
                    </a:lnTo>
                    <a:lnTo>
                      <a:pt x="14759" y="10127"/>
                    </a:lnTo>
                    <a:lnTo>
                      <a:pt x="12066" y="10127"/>
                    </a:lnTo>
                    <a:close/>
                    <a:moveTo>
                      <a:pt x="2478" y="15151"/>
                    </a:moveTo>
                    <a:lnTo>
                      <a:pt x="2478" y="19065"/>
                    </a:lnTo>
                    <a:lnTo>
                      <a:pt x="5171" y="19065"/>
                    </a:lnTo>
                    <a:lnTo>
                      <a:pt x="5171" y="15151"/>
                    </a:lnTo>
                    <a:lnTo>
                      <a:pt x="2478" y="15151"/>
                    </a:lnTo>
                    <a:close/>
                  </a:path>
                </a:pathLst>
              </a:custGeom>
              <a:solidFill>
                <a:srgbClr val="1DAD01">
                  <a:alpha val="6863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32" name="Google Shape;432;p36"/>
              <p:cNvSpPr/>
              <p:nvPr/>
            </p:nvSpPr>
            <p:spPr>
              <a:xfrm>
                <a:off x="3194017" y="0"/>
                <a:ext cx="1271700" cy="1268298"/>
              </a:xfrm>
              <a:custGeom>
                <a:rect b="b" l="l" r="r" t="t"/>
                <a:pathLst>
                  <a:path extrusionOk="0" h="21600" w="21600">
                    <a:moveTo>
                      <a:pt x="194" y="0"/>
                    </a:moveTo>
                    <a:cubicBezTo>
                      <a:pt x="87" y="0"/>
                      <a:pt x="0" y="87"/>
                      <a:pt x="0" y="194"/>
                    </a:cubicBezTo>
                    <a:lnTo>
                      <a:pt x="0" y="21406"/>
                    </a:lnTo>
                    <a:cubicBezTo>
                      <a:pt x="0" y="21513"/>
                      <a:pt x="87" y="21600"/>
                      <a:pt x="194" y="21600"/>
                    </a:cubicBezTo>
                    <a:lnTo>
                      <a:pt x="21406" y="21600"/>
                    </a:lnTo>
                    <a:cubicBezTo>
                      <a:pt x="21513" y="21600"/>
                      <a:pt x="21600" y="21513"/>
                      <a:pt x="21600" y="21406"/>
                    </a:cubicBezTo>
                    <a:lnTo>
                      <a:pt x="21600" y="20822"/>
                    </a:lnTo>
                    <a:cubicBezTo>
                      <a:pt x="21600" y="20715"/>
                      <a:pt x="21513" y="20628"/>
                      <a:pt x="21406" y="20628"/>
                    </a:cubicBezTo>
                    <a:lnTo>
                      <a:pt x="1163" y="20628"/>
                    </a:lnTo>
                    <a:cubicBezTo>
                      <a:pt x="1057" y="20628"/>
                      <a:pt x="970" y="20541"/>
                      <a:pt x="970" y="20434"/>
                    </a:cubicBezTo>
                    <a:lnTo>
                      <a:pt x="970" y="194"/>
                    </a:lnTo>
                    <a:cubicBezTo>
                      <a:pt x="970" y="87"/>
                      <a:pt x="883" y="0"/>
                      <a:pt x="776" y="0"/>
                    </a:cubicBezTo>
                    <a:lnTo>
                      <a:pt x="194" y="0"/>
                    </a:lnTo>
                    <a:close/>
                    <a:moveTo>
                      <a:pt x="14855" y="4365"/>
                    </a:moveTo>
                    <a:cubicBezTo>
                      <a:pt x="14545" y="4365"/>
                      <a:pt x="14235" y="4483"/>
                      <a:pt x="13998" y="4721"/>
                    </a:cubicBezTo>
                    <a:cubicBezTo>
                      <a:pt x="13525" y="5195"/>
                      <a:pt x="13525" y="5964"/>
                      <a:pt x="13998" y="6439"/>
                    </a:cubicBezTo>
                    <a:cubicBezTo>
                      <a:pt x="14472" y="6913"/>
                      <a:pt x="15239" y="6913"/>
                      <a:pt x="15712" y="6439"/>
                    </a:cubicBezTo>
                    <a:cubicBezTo>
                      <a:pt x="16185" y="5964"/>
                      <a:pt x="16185" y="5195"/>
                      <a:pt x="15712" y="4721"/>
                    </a:cubicBezTo>
                    <a:cubicBezTo>
                      <a:pt x="15475" y="4483"/>
                      <a:pt x="15165" y="4365"/>
                      <a:pt x="14855" y="4365"/>
                    </a:cubicBezTo>
                    <a:close/>
                    <a:moveTo>
                      <a:pt x="4336" y="6020"/>
                    </a:moveTo>
                    <a:cubicBezTo>
                      <a:pt x="4026" y="6020"/>
                      <a:pt x="3716" y="6139"/>
                      <a:pt x="3479" y="6376"/>
                    </a:cubicBezTo>
                    <a:cubicBezTo>
                      <a:pt x="3006" y="6851"/>
                      <a:pt x="3006" y="7620"/>
                      <a:pt x="3479" y="8095"/>
                    </a:cubicBezTo>
                    <a:cubicBezTo>
                      <a:pt x="3953" y="8569"/>
                      <a:pt x="4720" y="8569"/>
                      <a:pt x="5193" y="8095"/>
                    </a:cubicBezTo>
                    <a:cubicBezTo>
                      <a:pt x="5666" y="7620"/>
                      <a:pt x="5666" y="6851"/>
                      <a:pt x="5193" y="6376"/>
                    </a:cubicBezTo>
                    <a:cubicBezTo>
                      <a:pt x="4956" y="6139"/>
                      <a:pt x="4646" y="6020"/>
                      <a:pt x="4336" y="6020"/>
                    </a:cubicBezTo>
                    <a:close/>
                    <a:moveTo>
                      <a:pt x="9154" y="9823"/>
                    </a:moveTo>
                    <a:cubicBezTo>
                      <a:pt x="8844" y="9823"/>
                      <a:pt x="8534" y="9942"/>
                      <a:pt x="8297" y="10179"/>
                    </a:cubicBezTo>
                    <a:cubicBezTo>
                      <a:pt x="7824" y="10653"/>
                      <a:pt x="7824" y="11422"/>
                      <a:pt x="8297" y="11897"/>
                    </a:cubicBezTo>
                    <a:cubicBezTo>
                      <a:pt x="8770" y="12372"/>
                      <a:pt x="9537" y="12372"/>
                      <a:pt x="10011" y="11897"/>
                    </a:cubicBezTo>
                    <a:cubicBezTo>
                      <a:pt x="10484" y="11422"/>
                      <a:pt x="10484" y="10653"/>
                      <a:pt x="10011" y="10179"/>
                    </a:cubicBezTo>
                    <a:cubicBezTo>
                      <a:pt x="9774" y="9942"/>
                      <a:pt x="9464" y="9823"/>
                      <a:pt x="9154" y="9823"/>
                    </a:cubicBezTo>
                    <a:close/>
                    <a:moveTo>
                      <a:pt x="16522" y="12697"/>
                    </a:moveTo>
                    <a:cubicBezTo>
                      <a:pt x="16211" y="12697"/>
                      <a:pt x="15901" y="12816"/>
                      <a:pt x="15665" y="13053"/>
                    </a:cubicBezTo>
                    <a:cubicBezTo>
                      <a:pt x="15191" y="13528"/>
                      <a:pt x="15191" y="14297"/>
                      <a:pt x="15665" y="14771"/>
                    </a:cubicBezTo>
                    <a:cubicBezTo>
                      <a:pt x="16138" y="15246"/>
                      <a:pt x="16905" y="15246"/>
                      <a:pt x="17378" y="14771"/>
                    </a:cubicBezTo>
                    <a:cubicBezTo>
                      <a:pt x="17852" y="14297"/>
                      <a:pt x="17852" y="13528"/>
                      <a:pt x="17378" y="13053"/>
                    </a:cubicBezTo>
                    <a:cubicBezTo>
                      <a:pt x="17142" y="12816"/>
                      <a:pt x="16832" y="12697"/>
                      <a:pt x="16522" y="12697"/>
                    </a:cubicBezTo>
                    <a:close/>
                    <a:moveTo>
                      <a:pt x="6257" y="15838"/>
                    </a:moveTo>
                    <a:cubicBezTo>
                      <a:pt x="5947" y="15838"/>
                      <a:pt x="5637" y="15957"/>
                      <a:pt x="5400" y="16194"/>
                    </a:cubicBezTo>
                    <a:cubicBezTo>
                      <a:pt x="4927" y="16669"/>
                      <a:pt x="4927" y="17438"/>
                      <a:pt x="5400" y="17912"/>
                    </a:cubicBezTo>
                    <a:cubicBezTo>
                      <a:pt x="5873" y="18387"/>
                      <a:pt x="6640" y="18387"/>
                      <a:pt x="7114" y="17912"/>
                    </a:cubicBezTo>
                    <a:cubicBezTo>
                      <a:pt x="7587" y="17438"/>
                      <a:pt x="7587" y="16669"/>
                      <a:pt x="7114" y="16194"/>
                    </a:cubicBezTo>
                    <a:cubicBezTo>
                      <a:pt x="6877" y="15957"/>
                      <a:pt x="6567" y="15838"/>
                      <a:pt x="6257" y="15838"/>
                    </a:cubicBezTo>
                    <a:close/>
                  </a:path>
                </a:pathLst>
              </a:custGeom>
              <a:solidFill>
                <a:srgbClr val="1DAD01">
                  <a:alpha val="6863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33" name="Google Shape;433;p36"/>
              <p:cNvSpPr/>
              <p:nvPr/>
            </p:nvSpPr>
            <p:spPr>
              <a:xfrm>
                <a:off x="1595755" y="1265"/>
                <a:ext cx="1274184" cy="1265760"/>
              </a:xfrm>
              <a:custGeom>
                <a:rect b="b" l="l" r="r" t="t"/>
                <a:pathLst>
                  <a:path extrusionOk="0" h="21600" w="21600">
                    <a:moveTo>
                      <a:pt x="193" y="0"/>
                    </a:moveTo>
                    <a:cubicBezTo>
                      <a:pt x="87" y="0"/>
                      <a:pt x="0" y="87"/>
                      <a:pt x="0" y="194"/>
                    </a:cubicBezTo>
                    <a:lnTo>
                      <a:pt x="0" y="21404"/>
                    </a:lnTo>
                    <a:cubicBezTo>
                      <a:pt x="0" y="21511"/>
                      <a:pt x="87" y="21600"/>
                      <a:pt x="193" y="21600"/>
                    </a:cubicBezTo>
                    <a:lnTo>
                      <a:pt x="21322" y="21600"/>
                    </a:lnTo>
                    <a:cubicBezTo>
                      <a:pt x="21428" y="21600"/>
                      <a:pt x="21514" y="21511"/>
                      <a:pt x="21514" y="21404"/>
                    </a:cubicBezTo>
                    <a:lnTo>
                      <a:pt x="21514" y="20822"/>
                    </a:lnTo>
                    <a:cubicBezTo>
                      <a:pt x="21514" y="20715"/>
                      <a:pt x="21428" y="20628"/>
                      <a:pt x="21322" y="20628"/>
                    </a:cubicBezTo>
                    <a:lnTo>
                      <a:pt x="1159" y="20628"/>
                    </a:lnTo>
                    <a:cubicBezTo>
                      <a:pt x="1052" y="20628"/>
                      <a:pt x="966" y="20539"/>
                      <a:pt x="966" y="20432"/>
                    </a:cubicBezTo>
                    <a:lnTo>
                      <a:pt x="966" y="194"/>
                    </a:lnTo>
                    <a:cubicBezTo>
                      <a:pt x="966" y="87"/>
                      <a:pt x="879" y="0"/>
                      <a:pt x="773" y="0"/>
                    </a:cubicBezTo>
                    <a:lnTo>
                      <a:pt x="193" y="0"/>
                    </a:lnTo>
                    <a:close/>
                    <a:moveTo>
                      <a:pt x="4579" y="3635"/>
                    </a:moveTo>
                    <a:cubicBezTo>
                      <a:pt x="4069" y="3635"/>
                      <a:pt x="3973" y="4313"/>
                      <a:pt x="3893" y="5269"/>
                    </a:cubicBezTo>
                    <a:cubicBezTo>
                      <a:pt x="3826" y="6066"/>
                      <a:pt x="3789" y="7155"/>
                      <a:pt x="3747" y="8309"/>
                    </a:cubicBezTo>
                    <a:cubicBezTo>
                      <a:pt x="3722" y="9023"/>
                      <a:pt x="3694" y="9757"/>
                      <a:pt x="3660" y="10474"/>
                    </a:cubicBezTo>
                    <a:lnTo>
                      <a:pt x="1430" y="10474"/>
                    </a:lnTo>
                    <a:lnTo>
                      <a:pt x="1430" y="11230"/>
                    </a:lnTo>
                    <a:lnTo>
                      <a:pt x="4374" y="11230"/>
                    </a:lnTo>
                    <a:lnTo>
                      <a:pt x="4393" y="10873"/>
                    </a:lnTo>
                    <a:cubicBezTo>
                      <a:pt x="4437" y="10037"/>
                      <a:pt x="4467" y="9172"/>
                      <a:pt x="4497" y="8336"/>
                    </a:cubicBezTo>
                    <a:cubicBezTo>
                      <a:pt x="4526" y="7507"/>
                      <a:pt x="4560" y="6578"/>
                      <a:pt x="4607" y="5814"/>
                    </a:cubicBezTo>
                    <a:cubicBezTo>
                      <a:pt x="4621" y="5979"/>
                      <a:pt x="4635" y="6160"/>
                      <a:pt x="4648" y="6361"/>
                    </a:cubicBezTo>
                    <a:cubicBezTo>
                      <a:pt x="4720" y="7486"/>
                      <a:pt x="4764" y="8893"/>
                      <a:pt x="4805" y="10253"/>
                    </a:cubicBezTo>
                    <a:cubicBezTo>
                      <a:pt x="4814" y="10545"/>
                      <a:pt x="4823" y="10836"/>
                      <a:pt x="4832" y="11121"/>
                    </a:cubicBezTo>
                    <a:lnTo>
                      <a:pt x="4839" y="11340"/>
                    </a:lnTo>
                    <a:cubicBezTo>
                      <a:pt x="4882" y="12712"/>
                      <a:pt x="4923" y="14008"/>
                      <a:pt x="5011" y="14987"/>
                    </a:cubicBezTo>
                    <a:cubicBezTo>
                      <a:pt x="5108" y="16050"/>
                      <a:pt x="5236" y="16930"/>
                      <a:pt x="5835" y="16930"/>
                    </a:cubicBezTo>
                    <a:cubicBezTo>
                      <a:pt x="6373" y="16930"/>
                      <a:pt x="6497" y="16190"/>
                      <a:pt x="6594" y="15296"/>
                    </a:cubicBezTo>
                    <a:cubicBezTo>
                      <a:pt x="6678" y="14518"/>
                      <a:pt x="6726" y="13520"/>
                      <a:pt x="6772" y="12555"/>
                    </a:cubicBezTo>
                    <a:cubicBezTo>
                      <a:pt x="6796" y="12043"/>
                      <a:pt x="6820" y="11560"/>
                      <a:pt x="6847" y="11132"/>
                    </a:cubicBezTo>
                    <a:cubicBezTo>
                      <a:pt x="6861" y="10921"/>
                      <a:pt x="6874" y="10707"/>
                      <a:pt x="6888" y="10495"/>
                    </a:cubicBezTo>
                    <a:cubicBezTo>
                      <a:pt x="6933" y="9765"/>
                      <a:pt x="6992" y="8813"/>
                      <a:pt x="7072" y="8108"/>
                    </a:cubicBezTo>
                    <a:cubicBezTo>
                      <a:pt x="7130" y="8632"/>
                      <a:pt x="7171" y="9283"/>
                      <a:pt x="7206" y="9828"/>
                    </a:cubicBezTo>
                    <a:cubicBezTo>
                      <a:pt x="7234" y="10257"/>
                      <a:pt x="7265" y="10701"/>
                      <a:pt x="7300" y="11138"/>
                    </a:cubicBezTo>
                    <a:cubicBezTo>
                      <a:pt x="7355" y="11811"/>
                      <a:pt x="7430" y="12670"/>
                      <a:pt x="7538" y="13325"/>
                    </a:cubicBezTo>
                    <a:cubicBezTo>
                      <a:pt x="7649" y="13995"/>
                      <a:pt x="7799" y="14650"/>
                      <a:pt x="8291" y="14650"/>
                    </a:cubicBezTo>
                    <a:cubicBezTo>
                      <a:pt x="8807" y="14650"/>
                      <a:pt x="8920" y="13936"/>
                      <a:pt x="8993" y="13463"/>
                    </a:cubicBezTo>
                    <a:cubicBezTo>
                      <a:pt x="9075" y="12940"/>
                      <a:pt x="9130" y="12285"/>
                      <a:pt x="9183" y="11651"/>
                    </a:cubicBezTo>
                    <a:cubicBezTo>
                      <a:pt x="9198" y="11475"/>
                      <a:pt x="9212" y="11303"/>
                      <a:pt x="9226" y="11141"/>
                    </a:cubicBezTo>
                    <a:cubicBezTo>
                      <a:pt x="9311" y="10194"/>
                      <a:pt x="9403" y="9541"/>
                      <a:pt x="9501" y="9185"/>
                    </a:cubicBezTo>
                    <a:cubicBezTo>
                      <a:pt x="9633" y="9696"/>
                      <a:pt x="9726" y="10669"/>
                      <a:pt x="9771" y="11144"/>
                    </a:cubicBezTo>
                    <a:cubicBezTo>
                      <a:pt x="9831" y="11767"/>
                      <a:pt x="9905" y="12254"/>
                      <a:pt x="9993" y="12594"/>
                    </a:cubicBezTo>
                    <a:cubicBezTo>
                      <a:pt x="10054" y="12832"/>
                      <a:pt x="10198" y="13391"/>
                      <a:pt x="10653" y="13391"/>
                    </a:cubicBezTo>
                    <a:cubicBezTo>
                      <a:pt x="11032" y="13391"/>
                      <a:pt x="11217" y="12975"/>
                      <a:pt x="11349" y="12567"/>
                    </a:cubicBezTo>
                    <a:cubicBezTo>
                      <a:pt x="11467" y="12203"/>
                      <a:pt x="11579" y="11704"/>
                      <a:pt x="11661" y="11165"/>
                    </a:cubicBezTo>
                    <a:cubicBezTo>
                      <a:pt x="11745" y="10615"/>
                      <a:pt x="11876" y="10261"/>
                      <a:pt x="11971" y="10086"/>
                    </a:cubicBezTo>
                    <a:cubicBezTo>
                      <a:pt x="12053" y="10269"/>
                      <a:pt x="12153" y="10639"/>
                      <a:pt x="12271" y="11188"/>
                    </a:cubicBezTo>
                    <a:cubicBezTo>
                      <a:pt x="12485" y="12183"/>
                      <a:pt x="12763" y="12626"/>
                      <a:pt x="13173" y="12626"/>
                    </a:cubicBezTo>
                    <a:cubicBezTo>
                      <a:pt x="13612" y="12626"/>
                      <a:pt x="13946" y="12143"/>
                      <a:pt x="14166" y="11193"/>
                    </a:cubicBezTo>
                    <a:cubicBezTo>
                      <a:pt x="14230" y="10915"/>
                      <a:pt x="14317" y="10721"/>
                      <a:pt x="14384" y="10609"/>
                    </a:cubicBezTo>
                    <a:cubicBezTo>
                      <a:pt x="14442" y="10712"/>
                      <a:pt x="14507" y="10855"/>
                      <a:pt x="14553" y="10955"/>
                    </a:cubicBezTo>
                    <a:cubicBezTo>
                      <a:pt x="14603" y="11064"/>
                      <a:pt x="14655" y="11175"/>
                      <a:pt x="14711" y="11283"/>
                    </a:cubicBezTo>
                    <a:cubicBezTo>
                      <a:pt x="14963" y="11766"/>
                      <a:pt x="15162" y="12149"/>
                      <a:pt x="15638" y="12149"/>
                    </a:cubicBezTo>
                    <a:cubicBezTo>
                      <a:pt x="16094" y="12149"/>
                      <a:pt x="16314" y="11747"/>
                      <a:pt x="16475" y="11453"/>
                    </a:cubicBezTo>
                    <a:cubicBezTo>
                      <a:pt x="16502" y="11402"/>
                      <a:pt x="16532" y="11350"/>
                      <a:pt x="16562" y="11300"/>
                    </a:cubicBezTo>
                    <a:cubicBezTo>
                      <a:pt x="16588" y="11255"/>
                      <a:pt x="16611" y="11213"/>
                      <a:pt x="16634" y="11173"/>
                    </a:cubicBezTo>
                    <a:cubicBezTo>
                      <a:pt x="16703" y="11053"/>
                      <a:pt x="16782" y="10918"/>
                      <a:pt x="16828" y="10864"/>
                    </a:cubicBezTo>
                    <a:cubicBezTo>
                      <a:pt x="16903" y="10914"/>
                      <a:pt x="17032" y="11105"/>
                      <a:pt x="17112" y="11224"/>
                    </a:cubicBezTo>
                    <a:lnTo>
                      <a:pt x="17155" y="11291"/>
                    </a:lnTo>
                    <a:cubicBezTo>
                      <a:pt x="17177" y="11324"/>
                      <a:pt x="17200" y="11356"/>
                      <a:pt x="17222" y="11389"/>
                    </a:cubicBezTo>
                    <a:cubicBezTo>
                      <a:pt x="17416" y="11682"/>
                      <a:pt x="17656" y="12047"/>
                      <a:pt x="18076" y="12047"/>
                    </a:cubicBezTo>
                    <a:cubicBezTo>
                      <a:pt x="18508" y="12047"/>
                      <a:pt x="18724" y="11727"/>
                      <a:pt x="18882" y="11494"/>
                    </a:cubicBezTo>
                    <a:cubicBezTo>
                      <a:pt x="18919" y="11439"/>
                      <a:pt x="18953" y="11387"/>
                      <a:pt x="18989" y="11340"/>
                    </a:cubicBezTo>
                    <a:cubicBezTo>
                      <a:pt x="19096" y="11202"/>
                      <a:pt x="19183" y="11125"/>
                      <a:pt x="19231" y="11090"/>
                    </a:cubicBezTo>
                    <a:cubicBezTo>
                      <a:pt x="19285" y="11117"/>
                      <a:pt x="19403" y="11188"/>
                      <a:pt x="19622" y="11387"/>
                    </a:cubicBezTo>
                    <a:cubicBezTo>
                      <a:pt x="19919" y="11658"/>
                      <a:pt x="20277" y="11689"/>
                      <a:pt x="20520" y="11689"/>
                    </a:cubicBezTo>
                    <a:cubicBezTo>
                      <a:pt x="20701" y="11689"/>
                      <a:pt x="20939" y="11612"/>
                      <a:pt x="21281" y="11494"/>
                    </a:cubicBezTo>
                    <a:cubicBezTo>
                      <a:pt x="21406" y="11451"/>
                      <a:pt x="21535" y="11406"/>
                      <a:pt x="21600" y="11391"/>
                    </a:cubicBezTo>
                    <a:lnTo>
                      <a:pt x="21429" y="10655"/>
                    </a:lnTo>
                    <a:cubicBezTo>
                      <a:pt x="21326" y="10679"/>
                      <a:pt x="21192" y="10724"/>
                      <a:pt x="21037" y="10778"/>
                    </a:cubicBezTo>
                    <a:cubicBezTo>
                      <a:pt x="20885" y="10831"/>
                      <a:pt x="20601" y="10929"/>
                      <a:pt x="20520" y="10933"/>
                    </a:cubicBezTo>
                    <a:cubicBezTo>
                      <a:pt x="20323" y="10933"/>
                      <a:pt x="20208" y="10903"/>
                      <a:pt x="20125" y="10827"/>
                    </a:cubicBezTo>
                    <a:cubicBezTo>
                      <a:pt x="19729" y="10468"/>
                      <a:pt x="19465" y="10321"/>
                      <a:pt x="19209" y="10321"/>
                    </a:cubicBezTo>
                    <a:cubicBezTo>
                      <a:pt x="18891" y="10321"/>
                      <a:pt x="18593" y="10623"/>
                      <a:pt x="18398" y="10876"/>
                    </a:cubicBezTo>
                    <a:cubicBezTo>
                      <a:pt x="18347" y="10942"/>
                      <a:pt x="18300" y="11009"/>
                      <a:pt x="18260" y="11068"/>
                    </a:cubicBezTo>
                    <a:cubicBezTo>
                      <a:pt x="18214" y="11137"/>
                      <a:pt x="18131" y="11262"/>
                      <a:pt x="18089" y="11288"/>
                    </a:cubicBezTo>
                    <a:cubicBezTo>
                      <a:pt x="18025" y="11240"/>
                      <a:pt x="17915" y="11074"/>
                      <a:pt x="17848" y="10972"/>
                    </a:cubicBezTo>
                    <a:cubicBezTo>
                      <a:pt x="17824" y="10936"/>
                      <a:pt x="17800" y="10899"/>
                      <a:pt x="17776" y="10864"/>
                    </a:cubicBezTo>
                    <a:lnTo>
                      <a:pt x="17734" y="10800"/>
                    </a:lnTo>
                    <a:cubicBezTo>
                      <a:pt x="17524" y="10488"/>
                      <a:pt x="17262" y="10100"/>
                      <a:pt x="16820" y="10100"/>
                    </a:cubicBezTo>
                    <a:cubicBezTo>
                      <a:pt x="16386" y="10100"/>
                      <a:pt x="16200" y="10421"/>
                      <a:pt x="15985" y="10793"/>
                    </a:cubicBezTo>
                    <a:cubicBezTo>
                      <a:pt x="15963" y="10832"/>
                      <a:pt x="15940" y="10873"/>
                      <a:pt x="15915" y="10916"/>
                    </a:cubicBezTo>
                    <a:cubicBezTo>
                      <a:pt x="15881" y="10974"/>
                      <a:pt x="15849" y="11031"/>
                      <a:pt x="15817" y="11089"/>
                    </a:cubicBezTo>
                    <a:cubicBezTo>
                      <a:pt x="15768" y="11179"/>
                      <a:pt x="15689" y="11322"/>
                      <a:pt x="15636" y="11379"/>
                    </a:cubicBezTo>
                    <a:cubicBezTo>
                      <a:pt x="15569" y="11303"/>
                      <a:pt x="15455" y="11083"/>
                      <a:pt x="15376" y="10932"/>
                    </a:cubicBezTo>
                    <a:cubicBezTo>
                      <a:pt x="15329" y="10841"/>
                      <a:pt x="15281" y="10738"/>
                      <a:pt x="15236" y="10638"/>
                    </a:cubicBezTo>
                    <a:cubicBezTo>
                      <a:pt x="15037" y="10207"/>
                      <a:pt x="14832" y="9760"/>
                      <a:pt x="14392" y="9760"/>
                    </a:cubicBezTo>
                    <a:cubicBezTo>
                      <a:pt x="14192" y="9760"/>
                      <a:pt x="13698" y="9883"/>
                      <a:pt x="13435" y="11021"/>
                    </a:cubicBezTo>
                    <a:cubicBezTo>
                      <a:pt x="13357" y="11357"/>
                      <a:pt x="13273" y="11579"/>
                      <a:pt x="13205" y="11715"/>
                    </a:cubicBezTo>
                    <a:cubicBezTo>
                      <a:pt x="13148" y="11575"/>
                      <a:pt x="13076" y="11355"/>
                      <a:pt x="13006" y="11028"/>
                    </a:cubicBezTo>
                    <a:cubicBezTo>
                      <a:pt x="12807" y="10105"/>
                      <a:pt x="12620" y="9232"/>
                      <a:pt x="11964" y="9232"/>
                    </a:cubicBezTo>
                    <a:cubicBezTo>
                      <a:pt x="11677" y="9232"/>
                      <a:pt x="11160" y="9468"/>
                      <a:pt x="10918" y="11050"/>
                    </a:cubicBezTo>
                    <a:cubicBezTo>
                      <a:pt x="10841" y="11554"/>
                      <a:pt x="10754" y="11935"/>
                      <a:pt x="10675" y="12204"/>
                    </a:cubicBezTo>
                    <a:cubicBezTo>
                      <a:pt x="10626" y="11959"/>
                      <a:pt x="10570" y="11599"/>
                      <a:pt x="10519" y="11072"/>
                    </a:cubicBezTo>
                    <a:cubicBezTo>
                      <a:pt x="10347" y="9278"/>
                      <a:pt x="10207" y="8177"/>
                      <a:pt x="9518" y="8177"/>
                    </a:cubicBezTo>
                    <a:cubicBezTo>
                      <a:pt x="8791" y="8177"/>
                      <a:pt x="8635" y="9324"/>
                      <a:pt x="8479" y="11073"/>
                    </a:cubicBezTo>
                    <a:cubicBezTo>
                      <a:pt x="8464" y="11237"/>
                      <a:pt x="8450" y="11410"/>
                      <a:pt x="8435" y="11586"/>
                    </a:cubicBezTo>
                    <a:cubicBezTo>
                      <a:pt x="8399" y="12017"/>
                      <a:pt x="8343" y="12660"/>
                      <a:pt x="8274" y="13176"/>
                    </a:cubicBezTo>
                    <a:cubicBezTo>
                      <a:pt x="8205" y="12735"/>
                      <a:pt x="8129" y="12070"/>
                      <a:pt x="8048" y="11077"/>
                    </a:cubicBezTo>
                    <a:cubicBezTo>
                      <a:pt x="8013" y="10647"/>
                      <a:pt x="7985" y="10205"/>
                      <a:pt x="7957" y="9779"/>
                    </a:cubicBezTo>
                    <a:cubicBezTo>
                      <a:pt x="7906" y="8996"/>
                      <a:pt x="7857" y="8257"/>
                      <a:pt x="7778" y="7708"/>
                    </a:cubicBezTo>
                    <a:cubicBezTo>
                      <a:pt x="7718" y="7289"/>
                      <a:pt x="7605" y="6511"/>
                      <a:pt x="7054" y="6511"/>
                    </a:cubicBezTo>
                    <a:cubicBezTo>
                      <a:pt x="6549" y="6511"/>
                      <a:pt x="6428" y="7160"/>
                      <a:pt x="6333" y="7946"/>
                    </a:cubicBezTo>
                    <a:cubicBezTo>
                      <a:pt x="6250" y="8624"/>
                      <a:pt x="6196" y="9510"/>
                      <a:pt x="6138" y="10447"/>
                    </a:cubicBezTo>
                    <a:cubicBezTo>
                      <a:pt x="6125" y="10659"/>
                      <a:pt x="6111" y="10872"/>
                      <a:pt x="6098" y="11084"/>
                    </a:cubicBezTo>
                    <a:cubicBezTo>
                      <a:pt x="6070" y="11517"/>
                      <a:pt x="6047" y="12003"/>
                      <a:pt x="6022" y="12518"/>
                    </a:cubicBezTo>
                    <a:cubicBezTo>
                      <a:pt x="5981" y="13382"/>
                      <a:pt x="5921" y="14640"/>
                      <a:pt x="5820" y="15463"/>
                    </a:cubicBezTo>
                    <a:cubicBezTo>
                      <a:pt x="5790" y="15243"/>
                      <a:pt x="5761" y="14961"/>
                      <a:pt x="5734" y="14601"/>
                    </a:cubicBezTo>
                    <a:cubicBezTo>
                      <a:pt x="5665" y="13683"/>
                      <a:pt x="5629" y="12532"/>
                      <a:pt x="5590" y="11315"/>
                    </a:cubicBezTo>
                    <a:lnTo>
                      <a:pt x="5581" y="11095"/>
                    </a:lnTo>
                    <a:cubicBezTo>
                      <a:pt x="5572" y="10811"/>
                      <a:pt x="5564" y="10521"/>
                      <a:pt x="5555" y="10230"/>
                    </a:cubicBezTo>
                    <a:cubicBezTo>
                      <a:pt x="5509" y="8720"/>
                      <a:pt x="5461" y="7158"/>
                      <a:pt x="5374" y="5970"/>
                    </a:cubicBezTo>
                    <a:cubicBezTo>
                      <a:pt x="5325" y="5317"/>
                      <a:pt x="5270" y="4832"/>
                      <a:pt x="5203" y="4489"/>
                    </a:cubicBezTo>
                    <a:cubicBezTo>
                      <a:pt x="5148" y="4212"/>
                      <a:pt x="5034" y="3635"/>
                      <a:pt x="4579" y="3635"/>
                    </a:cubicBezTo>
                    <a:close/>
                  </a:path>
                </a:pathLst>
              </a:custGeom>
              <a:solidFill>
                <a:srgbClr val="1DAD01">
                  <a:alpha val="6863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434" name="Google Shape;434;p36"/>
            <p:cNvGrpSpPr/>
            <p:nvPr/>
          </p:nvGrpSpPr>
          <p:grpSpPr>
            <a:xfrm>
              <a:off x="-1" y="6420846"/>
              <a:ext cx="4482840" cy="1907162"/>
              <a:chOff x="0" y="0"/>
              <a:chExt cx="4482840" cy="1907162"/>
            </a:xfrm>
          </p:grpSpPr>
          <p:sp>
            <p:nvSpPr>
              <p:cNvPr id="435" name="Google Shape;435;p36"/>
              <p:cNvSpPr/>
              <p:nvPr/>
            </p:nvSpPr>
            <p:spPr>
              <a:xfrm>
                <a:off x="0" y="0"/>
                <a:ext cx="1181952" cy="1185516"/>
              </a:xfrm>
              <a:custGeom>
                <a:rect b="b" l="l" r="r" t="t"/>
                <a:pathLst>
                  <a:path extrusionOk="0" h="21600" w="21600">
                    <a:moveTo>
                      <a:pt x="10801" y="0"/>
                    </a:moveTo>
                    <a:cubicBezTo>
                      <a:pt x="7949" y="0"/>
                      <a:pt x="5266" y="392"/>
                      <a:pt x="3255" y="1111"/>
                    </a:cubicBezTo>
                    <a:cubicBezTo>
                      <a:pt x="1360" y="1787"/>
                      <a:pt x="273" y="2685"/>
                      <a:pt x="273" y="3572"/>
                    </a:cubicBezTo>
                    <a:cubicBezTo>
                      <a:pt x="273" y="4460"/>
                      <a:pt x="1360" y="5360"/>
                      <a:pt x="3255" y="6035"/>
                    </a:cubicBezTo>
                    <a:cubicBezTo>
                      <a:pt x="5266" y="6749"/>
                      <a:pt x="7949" y="7147"/>
                      <a:pt x="10801" y="7147"/>
                    </a:cubicBezTo>
                    <a:cubicBezTo>
                      <a:pt x="13652" y="7147"/>
                      <a:pt x="16334" y="6754"/>
                      <a:pt x="18345" y="6035"/>
                    </a:cubicBezTo>
                    <a:cubicBezTo>
                      <a:pt x="20240" y="5360"/>
                      <a:pt x="21327" y="4460"/>
                      <a:pt x="21327" y="3572"/>
                    </a:cubicBezTo>
                    <a:cubicBezTo>
                      <a:pt x="21327" y="2685"/>
                      <a:pt x="20240" y="1787"/>
                      <a:pt x="18345" y="1111"/>
                    </a:cubicBezTo>
                    <a:cubicBezTo>
                      <a:pt x="16334" y="398"/>
                      <a:pt x="13652" y="0"/>
                      <a:pt x="10801" y="0"/>
                    </a:cubicBezTo>
                    <a:close/>
                    <a:moveTo>
                      <a:pt x="12" y="4505"/>
                    </a:moveTo>
                    <a:lnTo>
                      <a:pt x="12" y="5914"/>
                    </a:lnTo>
                    <a:cubicBezTo>
                      <a:pt x="12" y="8033"/>
                      <a:pt x="4846" y="9754"/>
                      <a:pt x="10811" y="9754"/>
                    </a:cubicBezTo>
                    <a:cubicBezTo>
                      <a:pt x="16776" y="9754"/>
                      <a:pt x="21600" y="8039"/>
                      <a:pt x="21600" y="5914"/>
                    </a:cubicBezTo>
                    <a:lnTo>
                      <a:pt x="21600" y="4505"/>
                    </a:lnTo>
                    <a:cubicBezTo>
                      <a:pt x="21136" y="5284"/>
                      <a:pt x="20088" y="5991"/>
                      <a:pt x="18531" y="6541"/>
                    </a:cubicBezTo>
                    <a:cubicBezTo>
                      <a:pt x="16460" y="7276"/>
                      <a:pt x="13718" y="7679"/>
                      <a:pt x="10806" y="7679"/>
                    </a:cubicBezTo>
                    <a:cubicBezTo>
                      <a:pt x="7894" y="7679"/>
                      <a:pt x="5146" y="7276"/>
                      <a:pt x="3081" y="6541"/>
                    </a:cubicBezTo>
                    <a:cubicBezTo>
                      <a:pt x="1524" y="5985"/>
                      <a:pt x="476" y="5284"/>
                      <a:pt x="12" y="4505"/>
                    </a:cubicBezTo>
                    <a:close/>
                    <a:moveTo>
                      <a:pt x="0" y="7320"/>
                    </a:moveTo>
                    <a:lnTo>
                      <a:pt x="0" y="8284"/>
                    </a:lnTo>
                    <a:cubicBezTo>
                      <a:pt x="0" y="10402"/>
                      <a:pt x="4836" y="12123"/>
                      <a:pt x="10801" y="12123"/>
                    </a:cubicBezTo>
                    <a:cubicBezTo>
                      <a:pt x="16766" y="12123"/>
                      <a:pt x="21600" y="10408"/>
                      <a:pt x="21600" y="8284"/>
                    </a:cubicBezTo>
                    <a:lnTo>
                      <a:pt x="21600" y="7320"/>
                    </a:lnTo>
                    <a:cubicBezTo>
                      <a:pt x="21458" y="7495"/>
                      <a:pt x="21295" y="7664"/>
                      <a:pt x="21098" y="7827"/>
                    </a:cubicBezTo>
                    <a:cubicBezTo>
                      <a:pt x="20508" y="8329"/>
                      <a:pt x="19672" y="8769"/>
                      <a:pt x="18618" y="9145"/>
                    </a:cubicBezTo>
                    <a:cubicBezTo>
                      <a:pt x="16520" y="9891"/>
                      <a:pt x="13745" y="10299"/>
                      <a:pt x="10801" y="10299"/>
                    </a:cubicBezTo>
                    <a:cubicBezTo>
                      <a:pt x="7856" y="10299"/>
                      <a:pt x="5080" y="9891"/>
                      <a:pt x="2982" y="9145"/>
                    </a:cubicBezTo>
                    <a:cubicBezTo>
                      <a:pt x="1928" y="8769"/>
                      <a:pt x="1099" y="8329"/>
                      <a:pt x="504" y="7827"/>
                    </a:cubicBezTo>
                    <a:cubicBezTo>
                      <a:pt x="307" y="7664"/>
                      <a:pt x="142" y="7495"/>
                      <a:pt x="0" y="7320"/>
                    </a:cubicBezTo>
                    <a:close/>
                    <a:moveTo>
                      <a:pt x="0" y="9689"/>
                    </a:moveTo>
                    <a:lnTo>
                      <a:pt x="0" y="10653"/>
                    </a:lnTo>
                    <a:cubicBezTo>
                      <a:pt x="0" y="12771"/>
                      <a:pt x="4836" y="14492"/>
                      <a:pt x="10801" y="14492"/>
                    </a:cubicBezTo>
                    <a:cubicBezTo>
                      <a:pt x="16766" y="14492"/>
                      <a:pt x="21600" y="12777"/>
                      <a:pt x="21600" y="10653"/>
                    </a:cubicBezTo>
                    <a:lnTo>
                      <a:pt x="21600" y="9689"/>
                    </a:lnTo>
                    <a:cubicBezTo>
                      <a:pt x="21458" y="9864"/>
                      <a:pt x="21295" y="10033"/>
                      <a:pt x="21098" y="10197"/>
                    </a:cubicBezTo>
                    <a:cubicBezTo>
                      <a:pt x="20508" y="10698"/>
                      <a:pt x="19672" y="11138"/>
                      <a:pt x="18618" y="11514"/>
                    </a:cubicBezTo>
                    <a:cubicBezTo>
                      <a:pt x="16520" y="12260"/>
                      <a:pt x="13745" y="12668"/>
                      <a:pt x="10801" y="12668"/>
                    </a:cubicBezTo>
                    <a:cubicBezTo>
                      <a:pt x="7856" y="12668"/>
                      <a:pt x="5080" y="12260"/>
                      <a:pt x="2982" y="11514"/>
                    </a:cubicBezTo>
                    <a:cubicBezTo>
                      <a:pt x="1928" y="11138"/>
                      <a:pt x="1099" y="10698"/>
                      <a:pt x="504" y="10197"/>
                    </a:cubicBezTo>
                    <a:cubicBezTo>
                      <a:pt x="307" y="10033"/>
                      <a:pt x="142" y="9864"/>
                      <a:pt x="0" y="9689"/>
                    </a:cubicBezTo>
                    <a:close/>
                    <a:moveTo>
                      <a:pt x="0" y="12059"/>
                    </a:moveTo>
                    <a:lnTo>
                      <a:pt x="0" y="13022"/>
                    </a:lnTo>
                    <a:cubicBezTo>
                      <a:pt x="0" y="15141"/>
                      <a:pt x="4836" y="16862"/>
                      <a:pt x="10801" y="16862"/>
                    </a:cubicBezTo>
                    <a:cubicBezTo>
                      <a:pt x="16766" y="16862"/>
                      <a:pt x="21600" y="15146"/>
                      <a:pt x="21600" y="13022"/>
                    </a:cubicBezTo>
                    <a:lnTo>
                      <a:pt x="21600" y="12059"/>
                    </a:lnTo>
                    <a:cubicBezTo>
                      <a:pt x="21458" y="12233"/>
                      <a:pt x="21295" y="12402"/>
                      <a:pt x="21098" y="12566"/>
                    </a:cubicBezTo>
                    <a:cubicBezTo>
                      <a:pt x="20508" y="13067"/>
                      <a:pt x="19672" y="13507"/>
                      <a:pt x="18618" y="13883"/>
                    </a:cubicBezTo>
                    <a:cubicBezTo>
                      <a:pt x="16520" y="14629"/>
                      <a:pt x="13745" y="15037"/>
                      <a:pt x="10801" y="15037"/>
                    </a:cubicBezTo>
                    <a:cubicBezTo>
                      <a:pt x="7856" y="15037"/>
                      <a:pt x="5080" y="14629"/>
                      <a:pt x="2982" y="13883"/>
                    </a:cubicBezTo>
                    <a:cubicBezTo>
                      <a:pt x="1928" y="13507"/>
                      <a:pt x="1099" y="13067"/>
                      <a:pt x="504" y="12566"/>
                    </a:cubicBezTo>
                    <a:cubicBezTo>
                      <a:pt x="307" y="12402"/>
                      <a:pt x="142" y="12233"/>
                      <a:pt x="0" y="12059"/>
                    </a:cubicBezTo>
                    <a:close/>
                    <a:moveTo>
                      <a:pt x="0" y="14428"/>
                    </a:moveTo>
                    <a:lnTo>
                      <a:pt x="0" y="15391"/>
                    </a:lnTo>
                    <a:cubicBezTo>
                      <a:pt x="0" y="17510"/>
                      <a:pt x="4836" y="19231"/>
                      <a:pt x="10801" y="19231"/>
                    </a:cubicBezTo>
                    <a:cubicBezTo>
                      <a:pt x="16766" y="19231"/>
                      <a:pt x="21600" y="17515"/>
                      <a:pt x="21600" y="15391"/>
                    </a:cubicBezTo>
                    <a:lnTo>
                      <a:pt x="21600" y="14428"/>
                    </a:lnTo>
                    <a:cubicBezTo>
                      <a:pt x="21458" y="14602"/>
                      <a:pt x="21295" y="14772"/>
                      <a:pt x="21098" y="14935"/>
                    </a:cubicBezTo>
                    <a:cubicBezTo>
                      <a:pt x="20508" y="15436"/>
                      <a:pt x="19672" y="15877"/>
                      <a:pt x="18618" y="16252"/>
                    </a:cubicBezTo>
                    <a:cubicBezTo>
                      <a:pt x="16520" y="16998"/>
                      <a:pt x="13745" y="17406"/>
                      <a:pt x="10801" y="17406"/>
                    </a:cubicBezTo>
                    <a:cubicBezTo>
                      <a:pt x="7856" y="17406"/>
                      <a:pt x="5080" y="16998"/>
                      <a:pt x="2982" y="16252"/>
                    </a:cubicBezTo>
                    <a:cubicBezTo>
                      <a:pt x="1928" y="15877"/>
                      <a:pt x="1099" y="15436"/>
                      <a:pt x="504" y="14935"/>
                    </a:cubicBezTo>
                    <a:cubicBezTo>
                      <a:pt x="307" y="14772"/>
                      <a:pt x="142" y="14602"/>
                      <a:pt x="0" y="14428"/>
                    </a:cubicBezTo>
                    <a:close/>
                    <a:moveTo>
                      <a:pt x="0" y="16797"/>
                    </a:moveTo>
                    <a:lnTo>
                      <a:pt x="0" y="17760"/>
                    </a:lnTo>
                    <a:cubicBezTo>
                      <a:pt x="0" y="19879"/>
                      <a:pt x="4836" y="21600"/>
                      <a:pt x="10801" y="21600"/>
                    </a:cubicBezTo>
                    <a:cubicBezTo>
                      <a:pt x="16766" y="21600"/>
                      <a:pt x="21600" y="19879"/>
                      <a:pt x="21600" y="17760"/>
                    </a:cubicBezTo>
                    <a:lnTo>
                      <a:pt x="21600" y="16797"/>
                    </a:lnTo>
                    <a:cubicBezTo>
                      <a:pt x="21458" y="16971"/>
                      <a:pt x="21295" y="17141"/>
                      <a:pt x="21098" y="17304"/>
                    </a:cubicBezTo>
                    <a:cubicBezTo>
                      <a:pt x="20508" y="17805"/>
                      <a:pt x="19672" y="18246"/>
                      <a:pt x="18618" y="18622"/>
                    </a:cubicBezTo>
                    <a:cubicBezTo>
                      <a:pt x="16520" y="19368"/>
                      <a:pt x="13745" y="19775"/>
                      <a:pt x="10801" y="19775"/>
                    </a:cubicBezTo>
                    <a:cubicBezTo>
                      <a:pt x="7856" y="19775"/>
                      <a:pt x="5080" y="19368"/>
                      <a:pt x="2982" y="18622"/>
                    </a:cubicBezTo>
                    <a:cubicBezTo>
                      <a:pt x="1928" y="18246"/>
                      <a:pt x="1099" y="17805"/>
                      <a:pt x="504" y="17304"/>
                    </a:cubicBezTo>
                    <a:cubicBezTo>
                      <a:pt x="307" y="17141"/>
                      <a:pt x="142" y="16971"/>
                      <a:pt x="0" y="16797"/>
                    </a:cubicBezTo>
                    <a:close/>
                  </a:path>
                </a:pathLst>
              </a:custGeom>
              <a:solidFill>
                <a:srgbClr val="FBAB01">
                  <a:alpha val="6902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36" name="Google Shape;436;p36"/>
              <p:cNvSpPr/>
              <p:nvPr/>
            </p:nvSpPr>
            <p:spPr>
              <a:xfrm>
                <a:off x="1726962" y="104308"/>
                <a:ext cx="1295376" cy="1045386"/>
              </a:xfrm>
              <a:custGeom>
                <a:rect b="b" l="l" r="r" t="t"/>
                <a:pathLst>
                  <a:path extrusionOk="0" h="21600" w="21595">
                    <a:moveTo>
                      <a:pt x="464" y="0"/>
                    </a:moveTo>
                    <a:cubicBezTo>
                      <a:pt x="210" y="0"/>
                      <a:pt x="0" y="261"/>
                      <a:pt x="0" y="575"/>
                    </a:cubicBezTo>
                    <a:lnTo>
                      <a:pt x="0" y="17777"/>
                    </a:lnTo>
                    <a:cubicBezTo>
                      <a:pt x="0" y="18091"/>
                      <a:pt x="210" y="18354"/>
                      <a:pt x="464" y="18354"/>
                    </a:cubicBezTo>
                    <a:lnTo>
                      <a:pt x="9148" y="18354"/>
                    </a:lnTo>
                    <a:lnTo>
                      <a:pt x="9116" y="18513"/>
                    </a:lnTo>
                    <a:lnTo>
                      <a:pt x="8753" y="20763"/>
                    </a:lnTo>
                    <a:lnTo>
                      <a:pt x="7690" y="20763"/>
                    </a:lnTo>
                    <a:lnTo>
                      <a:pt x="7690" y="21600"/>
                    </a:lnTo>
                    <a:lnTo>
                      <a:pt x="10486" y="21600"/>
                    </a:lnTo>
                    <a:lnTo>
                      <a:pt x="11107" y="21600"/>
                    </a:lnTo>
                    <a:lnTo>
                      <a:pt x="13905" y="21600"/>
                    </a:lnTo>
                    <a:lnTo>
                      <a:pt x="13905" y="20763"/>
                    </a:lnTo>
                    <a:lnTo>
                      <a:pt x="12842" y="20763"/>
                    </a:lnTo>
                    <a:lnTo>
                      <a:pt x="12479" y="18513"/>
                    </a:lnTo>
                    <a:lnTo>
                      <a:pt x="12452" y="18354"/>
                    </a:lnTo>
                    <a:lnTo>
                      <a:pt x="21131" y="18354"/>
                    </a:lnTo>
                    <a:cubicBezTo>
                      <a:pt x="21384" y="18354"/>
                      <a:pt x="21595" y="18091"/>
                      <a:pt x="21595" y="17777"/>
                    </a:cubicBezTo>
                    <a:lnTo>
                      <a:pt x="21595" y="575"/>
                    </a:lnTo>
                    <a:cubicBezTo>
                      <a:pt x="21600" y="261"/>
                      <a:pt x="21389" y="0"/>
                      <a:pt x="21136" y="0"/>
                    </a:cubicBezTo>
                    <a:lnTo>
                      <a:pt x="464" y="0"/>
                    </a:lnTo>
                    <a:close/>
                    <a:moveTo>
                      <a:pt x="10800" y="542"/>
                    </a:moveTo>
                    <a:cubicBezTo>
                      <a:pt x="10913" y="542"/>
                      <a:pt x="11006" y="650"/>
                      <a:pt x="11006" y="797"/>
                    </a:cubicBezTo>
                    <a:cubicBezTo>
                      <a:pt x="11006" y="937"/>
                      <a:pt x="10913" y="1052"/>
                      <a:pt x="10800" y="1052"/>
                    </a:cubicBezTo>
                    <a:cubicBezTo>
                      <a:pt x="10686" y="1052"/>
                      <a:pt x="10594" y="937"/>
                      <a:pt x="10594" y="797"/>
                    </a:cubicBezTo>
                    <a:cubicBezTo>
                      <a:pt x="10594" y="656"/>
                      <a:pt x="10686" y="542"/>
                      <a:pt x="10800" y="542"/>
                    </a:cubicBezTo>
                    <a:close/>
                    <a:moveTo>
                      <a:pt x="1242" y="1734"/>
                    </a:moveTo>
                    <a:lnTo>
                      <a:pt x="20358" y="1734"/>
                    </a:lnTo>
                    <a:lnTo>
                      <a:pt x="20358" y="15233"/>
                    </a:lnTo>
                    <a:lnTo>
                      <a:pt x="1242" y="15233"/>
                    </a:lnTo>
                    <a:lnTo>
                      <a:pt x="1242" y="1734"/>
                    </a:lnTo>
                    <a:close/>
                  </a:path>
                </a:pathLst>
              </a:custGeom>
              <a:solidFill>
                <a:srgbClr val="FBAB01">
                  <a:alpha val="6902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37" name="Google Shape;437;p36"/>
              <p:cNvSpPr txBox="1"/>
              <p:nvPr/>
            </p:nvSpPr>
            <p:spPr>
              <a:xfrm>
                <a:off x="336339" y="1147862"/>
                <a:ext cx="509400" cy="7593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ABABAB"/>
                  </a:buClr>
                  <a:buSzPts val="800"/>
                  <a:buFont typeface="Helvetica Neue"/>
                  <a:buNone/>
                </a:pPr>
                <a:r>
                  <a:rPr b="0" i="0" lang="es" sz="800" u="none" cap="none" strike="noStrike">
                    <a:solidFill>
                      <a:srgbClr val="ABABAB"/>
                    </a:solidFill>
                    <a:latin typeface="Helvetica Neue"/>
                    <a:ea typeface="Helvetica Neue"/>
                    <a:cs typeface="Helvetica Neue"/>
                    <a:sym typeface="Helvetica Neue"/>
                  </a:rPr>
                  <a:t>API</a:t>
                </a:r>
                <a:endParaRPr sz="500"/>
              </a:p>
            </p:txBody>
          </p:sp>
          <p:sp>
            <p:nvSpPr>
              <p:cNvPr id="438" name="Google Shape;438;p36"/>
              <p:cNvSpPr txBox="1"/>
              <p:nvPr/>
            </p:nvSpPr>
            <p:spPr>
              <a:xfrm>
                <a:off x="2063636" y="1147862"/>
                <a:ext cx="621900" cy="7593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ABABAB"/>
                  </a:buClr>
                  <a:buSzPts val="800"/>
                  <a:buFont typeface="Helvetica Neue"/>
                  <a:buNone/>
                </a:pPr>
                <a:r>
                  <a:rPr b="0" i="0" lang="es" sz="800" u="none" cap="none" strike="noStrike">
                    <a:solidFill>
                      <a:srgbClr val="ABABAB"/>
                    </a:solidFill>
                    <a:latin typeface="Helvetica Neue"/>
                    <a:ea typeface="Helvetica Neue"/>
                    <a:cs typeface="Helvetica Neue"/>
                    <a:sym typeface="Helvetica Neue"/>
                  </a:rPr>
                  <a:t>Web</a:t>
                </a:r>
                <a:endParaRPr sz="500"/>
              </a:p>
            </p:txBody>
          </p:sp>
          <p:sp>
            <p:nvSpPr>
              <p:cNvPr id="439" name="Google Shape;439;p36"/>
              <p:cNvSpPr/>
              <p:nvPr/>
            </p:nvSpPr>
            <p:spPr>
              <a:xfrm>
                <a:off x="3567366" y="0"/>
                <a:ext cx="915474" cy="1185516"/>
              </a:xfrm>
              <a:custGeom>
                <a:rect b="b" l="l" r="r" t="t"/>
                <a:pathLst>
                  <a:path extrusionOk="0" h="21600" w="21599">
                    <a:moveTo>
                      <a:pt x="213" y="0"/>
                    </a:moveTo>
                    <a:cubicBezTo>
                      <a:pt x="96" y="0"/>
                      <a:pt x="0" y="72"/>
                      <a:pt x="0" y="162"/>
                    </a:cubicBezTo>
                    <a:lnTo>
                      <a:pt x="0" y="21438"/>
                    </a:lnTo>
                    <a:cubicBezTo>
                      <a:pt x="0" y="21528"/>
                      <a:pt x="96" y="21600"/>
                      <a:pt x="213" y="21600"/>
                    </a:cubicBezTo>
                    <a:lnTo>
                      <a:pt x="21387" y="21600"/>
                    </a:lnTo>
                    <a:cubicBezTo>
                      <a:pt x="21503" y="21600"/>
                      <a:pt x="21599" y="21528"/>
                      <a:pt x="21599" y="21438"/>
                    </a:cubicBezTo>
                    <a:lnTo>
                      <a:pt x="21599" y="5895"/>
                    </a:lnTo>
                    <a:cubicBezTo>
                      <a:pt x="21600" y="5863"/>
                      <a:pt x="21565" y="5837"/>
                      <a:pt x="21524" y="5837"/>
                    </a:cubicBezTo>
                    <a:lnTo>
                      <a:pt x="14256" y="5837"/>
                    </a:lnTo>
                    <a:cubicBezTo>
                      <a:pt x="14139" y="5837"/>
                      <a:pt x="14043" y="5765"/>
                      <a:pt x="14043" y="5674"/>
                    </a:cubicBezTo>
                    <a:lnTo>
                      <a:pt x="14043" y="58"/>
                    </a:lnTo>
                    <a:cubicBezTo>
                      <a:pt x="14043" y="26"/>
                      <a:pt x="14009" y="0"/>
                      <a:pt x="13968" y="0"/>
                    </a:cubicBezTo>
                    <a:lnTo>
                      <a:pt x="213" y="0"/>
                    </a:lnTo>
                    <a:close/>
                    <a:moveTo>
                      <a:pt x="15017" y="86"/>
                    </a:moveTo>
                    <a:cubicBezTo>
                      <a:pt x="14991" y="94"/>
                      <a:pt x="14972" y="114"/>
                      <a:pt x="14972" y="140"/>
                    </a:cubicBezTo>
                    <a:lnTo>
                      <a:pt x="14972" y="4958"/>
                    </a:lnTo>
                    <a:cubicBezTo>
                      <a:pt x="14972" y="5048"/>
                      <a:pt x="15067" y="5120"/>
                      <a:pt x="15184" y="5120"/>
                    </a:cubicBezTo>
                    <a:lnTo>
                      <a:pt x="21418" y="5120"/>
                    </a:lnTo>
                    <a:cubicBezTo>
                      <a:pt x="21485" y="5120"/>
                      <a:pt x="21518" y="5058"/>
                      <a:pt x="21471" y="5021"/>
                    </a:cubicBezTo>
                    <a:lnTo>
                      <a:pt x="15100" y="99"/>
                    </a:lnTo>
                    <a:cubicBezTo>
                      <a:pt x="15076" y="81"/>
                      <a:pt x="15044" y="77"/>
                      <a:pt x="15017" y="86"/>
                    </a:cubicBezTo>
                    <a:close/>
                    <a:moveTo>
                      <a:pt x="9656" y="7345"/>
                    </a:moveTo>
                    <a:lnTo>
                      <a:pt x="11938" y="7345"/>
                    </a:lnTo>
                    <a:cubicBezTo>
                      <a:pt x="11983" y="7345"/>
                      <a:pt x="12018" y="7374"/>
                      <a:pt x="12018" y="7408"/>
                    </a:cubicBezTo>
                    <a:lnTo>
                      <a:pt x="12018" y="15086"/>
                    </a:lnTo>
                    <a:cubicBezTo>
                      <a:pt x="12018" y="15120"/>
                      <a:pt x="11983" y="15149"/>
                      <a:pt x="11938" y="15149"/>
                    </a:cubicBezTo>
                    <a:lnTo>
                      <a:pt x="9656" y="15149"/>
                    </a:lnTo>
                    <a:cubicBezTo>
                      <a:pt x="9611" y="15149"/>
                      <a:pt x="9574" y="15120"/>
                      <a:pt x="9574" y="15086"/>
                    </a:cubicBezTo>
                    <a:lnTo>
                      <a:pt x="9574" y="7408"/>
                    </a:lnTo>
                    <a:cubicBezTo>
                      <a:pt x="9574" y="7374"/>
                      <a:pt x="9611" y="7345"/>
                      <a:pt x="9656" y="7345"/>
                    </a:cubicBezTo>
                    <a:close/>
                    <a:moveTo>
                      <a:pt x="13164" y="9590"/>
                    </a:moveTo>
                    <a:lnTo>
                      <a:pt x="15445" y="9590"/>
                    </a:lnTo>
                    <a:cubicBezTo>
                      <a:pt x="15490" y="9590"/>
                      <a:pt x="15527" y="9617"/>
                      <a:pt x="15527" y="9652"/>
                    </a:cubicBezTo>
                    <a:lnTo>
                      <a:pt x="15527" y="15088"/>
                    </a:lnTo>
                    <a:cubicBezTo>
                      <a:pt x="15527" y="15122"/>
                      <a:pt x="15490" y="15149"/>
                      <a:pt x="15445" y="15149"/>
                    </a:cubicBezTo>
                    <a:lnTo>
                      <a:pt x="13164" y="15149"/>
                    </a:lnTo>
                    <a:cubicBezTo>
                      <a:pt x="13119" y="15149"/>
                      <a:pt x="13084" y="15122"/>
                      <a:pt x="13084" y="15088"/>
                    </a:cubicBezTo>
                    <a:lnTo>
                      <a:pt x="13084" y="9652"/>
                    </a:lnTo>
                    <a:cubicBezTo>
                      <a:pt x="13084" y="9617"/>
                      <a:pt x="13119" y="9590"/>
                      <a:pt x="13164" y="9590"/>
                    </a:cubicBezTo>
                    <a:close/>
                    <a:moveTo>
                      <a:pt x="6147" y="11440"/>
                    </a:moveTo>
                    <a:lnTo>
                      <a:pt x="8428" y="11440"/>
                    </a:lnTo>
                    <a:cubicBezTo>
                      <a:pt x="8473" y="11440"/>
                      <a:pt x="8511" y="11467"/>
                      <a:pt x="8511" y="11502"/>
                    </a:cubicBezTo>
                    <a:lnTo>
                      <a:pt x="8511" y="15086"/>
                    </a:lnTo>
                    <a:cubicBezTo>
                      <a:pt x="8511" y="15120"/>
                      <a:pt x="8473" y="15149"/>
                      <a:pt x="8428" y="15149"/>
                    </a:cubicBezTo>
                    <a:lnTo>
                      <a:pt x="6147" y="15149"/>
                    </a:lnTo>
                    <a:cubicBezTo>
                      <a:pt x="6102" y="15149"/>
                      <a:pt x="6067" y="15120"/>
                      <a:pt x="6067" y="15086"/>
                    </a:cubicBezTo>
                    <a:lnTo>
                      <a:pt x="6067" y="11502"/>
                    </a:lnTo>
                    <a:cubicBezTo>
                      <a:pt x="6067" y="11467"/>
                      <a:pt x="6102" y="11440"/>
                      <a:pt x="6147" y="11440"/>
                    </a:cubicBezTo>
                    <a:close/>
                    <a:moveTo>
                      <a:pt x="3933" y="15866"/>
                    </a:moveTo>
                    <a:lnTo>
                      <a:pt x="17662" y="15866"/>
                    </a:lnTo>
                    <a:cubicBezTo>
                      <a:pt x="17707" y="15866"/>
                      <a:pt x="17742" y="15895"/>
                      <a:pt x="17742" y="15929"/>
                    </a:cubicBezTo>
                    <a:lnTo>
                      <a:pt x="17746" y="16878"/>
                    </a:lnTo>
                    <a:cubicBezTo>
                      <a:pt x="17746" y="16913"/>
                      <a:pt x="17709" y="16941"/>
                      <a:pt x="17664" y="16941"/>
                    </a:cubicBezTo>
                    <a:lnTo>
                      <a:pt x="3935" y="16941"/>
                    </a:lnTo>
                    <a:cubicBezTo>
                      <a:pt x="3890" y="16941"/>
                      <a:pt x="3853" y="16912"/>
                      <a:pt x="3853" y="16878"/>
                    </a:cubicBezTo>
                    <a:lnTo>
                      <a:pt x="3850" y="15929"/>
                    </a:lnTo>
                    <a:cubicBezTo>
                      <a:pt x="3850" y="15895"/>
                      <a:pt x="3888" y="15866"/>
                      <a:pt x="3933" y="15866"/>
                    </a:cubicBezTo>
                    <a:close/>
                  </a:path>
                </a:pathLst>
              </a:custGeom>
              <a:solidFill>
                <a:srgbClr val="FBAB01">
                  <a:alpha val="6863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40" name="Google Shape;440;p36"/>
              <p:cNvSpPr txBox="1"/>
              <p:nvPr/>
            </p:nvSpPr>
            <p:spPr>
              <a:xfrm>
                <a:off x="3737438" y="1147862"/>
                <a:ext cx="575400" cy="7593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ABABAB"/>
                  </a:buClr>
                  <a:buSzPts val="800"/>
                  <a:buFont typeface="Helvetica Neue"/>
                  <a:buNone/>
                </a:pPr>
                <a:r>
                  <a:rPr b="0" i="0" lang="es" sz="800" u="none" cap="none" strike="noStrike">
                    <a:solidFill>
                      <a:srgbClr val="ABABAB"/>
                    </a:solidFill>
                    <a:latin typeface="Helvetica Neue"/>
                    <a:ea typeface="Helvetica Neue"/>
                    <a:cs typeface="Helvetica Neue"/>
                    <a:sym typeface="Helvetica Neue"/>
                  </a:rPr>
                  <a:t>Doc</a:t>
                </a:r>
                <a:endParaRPr sz="500"/>
              </a:p>
            </p:txBody>
          </p:sp>
        </p:grpSp>
        <p:grpSp>
          <p:nvGrpSpPr>
            <p:cNvPr id="441" name="Google Shape;441;p36"/>
            <p:cNvGrpSpPr/>
            <p:nvPr/>
          </p:nvGrpSpPr>
          <p:grpSpPr>
            <a:xfrm>
              <a:off x="408641" y="933727"/>
              <a:ext cx="3665530" cy="1162296"/>
              <a:chOff x="0" y="0"/>
              <a:chExt cx="3665530" cy="1162296"/>
            </a:xfrm>
          </p:grpSpPr>
          <p:sp>
            <p:nvSpPr>
              <p:cNvPr id="442" name="Google Shape;442;p36"/>
              <p:cNvSpPr/>
              <p:nvPr/>
            </p:nvSpPr>
            <p:spPr>
              <a:xfrm>
                <a:off x="0" y="70617"/>
                <a:ext cx="1021039" cy="1021032"/>
              </a:xfrm>
              <a:custGeom>
                <a:rect b="b" l="l" r="r" t="t"/>
                <a:pathLst>
                  <a:path extrusionOk="0" h="21600" w="21599">
                    <a:moveTo>
                      <a:pt x="8909" y="0"/>
                    </a:moveTo>
                    <a:cubicBezTo>
                      <a:pt x="8827" y="0"/>
                      <a:pt x="8758" y="68"/>
                      <a:pt x="8758" y="151"/>
                    </a:cubicBezTo>
                    <a:lnTo>
                      <a:pt x="8758" y="8694"/>
                    </a:lnTo>
                    <a:cubicBezTo>
                      <a:pt x="8758" y="8730"/>
                      <a:pt x="8730" y="8759"/>
                      <a:pt x="8693" y="8759"/>
                    </a:cubicBezTo>
                    <a:lnTo>
                      <a:pt x="151" y="8759"/>
                    </a:lnTo>
                    <a:cubicBezTo>
                      <a:pt x="68" y="8759"/>
                      <a:pt x="0" y="8826"/>
                      <a:pt x="0" y="8910"/>
                    </a:cubicBezTo>
                    <a:lnTo>
                      <a:pt x="0" y="12690"/>
                    </a:lnTo>
                    <a:cubicBezTo>
                      <a:pt x="0" y="12773"/>
                      <a:pt x="68" y="12841"/>
                      <a:pt x="151" y="12841"/>
                    </a:cubicBezTo>
                    <a:lnTo>
                      <a:pt x="8693" y="12841"/>
                    </a:lnTo>
                    <a:cubicBezTo>
                      <a:pt x="8730" y="12841"/>
                      <a:pt x="8758" y="12870"/>
                      <a:pt x="8758" y="12906"/>
                    </a:cubicBezTo>
                    <a:lnTo>
                      <a:pt x="8758" y="21449"/>
                    </a:lnTo>
                    <a:cubicBezTo>
                      <a:pt x="8758" y="21532"/>
                      <a:pt x="8826" y="21600"/>
                      <a:pt x="8909" y="21600"/>
                    </a:cubicBezTo>
                    <a:lnTo>
                      <a:pt x="12690" y="21600"/>
                    </a:lnTo>
                    <a:cubicBezTo>
                      <a:pt x="12773" y="21600"/>
                      <a:pt x="12841" y="21532"/>
                      <a:pt x="12841" y="21449"/>
                    </a:cubicBezTo>
                    <a:lnTo>
                      <a:pt x="12841" y="12906"/>
                    </a:lnTo>
                    <a:cubicBezTo>
                      <a:pt x="12841" y="12870"/>
                      <a:pt x="12870" y="12841"/>
                      <a:pt x="12906" y="12841"/>
                    </a:cubicBezTo>
                    <a:lnTo>
                      <a:pt x="21449" y="12841"/>
                    </a:lnTo>
                    <a:cubicBezTo>
                      <a:pt x="21531" y="12841"/>
                      <a:pt x="21600" y="12773"/>
                      <a:pt x="21599" y="12690"/>
                    </a:cubicBezTo>
                    <a:lnTo>
                      <a:pt x="21599" y="8910"/>
                    </a:lnTo>
                    <a:cubicBezTo>
                      <a:pt x="21599" y="8827"/>
                      <a:pt x="21532" y="8759"/>
                      <a:pt x="21449" y="8759"/>
                    </a:cubicBezTo>
                    <a:lnTo>
                      <a:pt x="12906" y="8759"/>
                    </a:lnTo>
                    <a:cubicBezTo>
                      <a:pt x="12870" y="8759"/>
                      <a:pt x="12841" y="8730"/>
                      <a:pt x="12841" y="8694"/>
                    </a:cubicBezTo>
                    <a:lnTo>
                      <a:pt x="12841" y="151"/>
                    </a:lnTo>
                    <a:cubicBezTo>
                      <a:pt x="12841" y="68"/>
                      <a:pt x="12773" y="0"/>
                      <a:pt x="12690" y="0"/>
                    </a:cubicBezTo>
                    <a:lnTo>
                      <a:pt x="8909" y="0"/>
                    </a:lnTo>
                    <a:close/>
                  </a:path>
                </a:pathLst>
              </a:custGeom>
              <a:solidFill>
                <a:srgbClr val="00AA8D">
                  <a:alpha val="6863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43" name="Google Shape;443;p36"/>
              <p:cNvSpPr/>
              <p:nvPr/>
            </p:nvSpPr>
            <p:spPr>
              <a:xfrm>
                <a:off x="1346647" y="470365"/>
                <a:ext cx="1172178" cy="221562"/>
              </a:xfrm>
              <a:custGeom>
                <a:rect b="b" l="l" r="r" t="t"/>
                <a:pathLst>
                  <a:path extrusionOk="0" h="21600" w="21600">
                    <a:moveTo>
                      <a:pt x="151" y="0"/>
                    </a:moveTo>
                    <a:cubicBezTo>
                      <a:pt x="68" y="0"/>
                      <a:pt x="0" y="357"/>
                      <a:pt x="0" y="799"/>
                    </a:cubicBezTo>
                    <a:lnTo>
                      <a:pt x="0" y="20801"/>
                    </a:lnTo>
                    <a:cubicBezTo>
                      <a:pt x="0" y="21240"/>
                      <a:pt x="68" y="21600"/>
                      <a:pt x="151" y="21600"/>
                    </a:cubicBezTo>
                    <a:lnTo>
                      <a:pt x="21449" y="21600"/>
                    </a:lnTo>
                    <a:cubicBezTo>
                      <a:pt x="21532" y="21600"/>
                      <a:pt x="21600" y="21240"/>
                      <a:pt x="21600" y="20801"/>
                    </a:cubicBezTo>
                    <a:lnTo>
                      <a:pt x="21600" y="799"/>
                    </a:lnTo>
                    <a:cubicBezTo>
                      <a:pt x="21600" y="360"/>
                      <a:pt x="21532" y="0"/>
                      <a:pt x="21449" y="0"/>
                    </a:cubicBezTo>
                    <a:lnTo>
                      <a:pt x="151" y="0"/>
                    </a:lnTo>
                    <a:close/>
                  </a:path>
                </a:pathLst>
              </a:custGeom>
              <a:solidFill>
                <a:srgbClr val="00AA8D">
                  <a:alpha val="6863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44" name="Google Shape;444;p36"/>
              <p:cNvSpPr/>
              <p:nvPr/>
            </p:nvSpPr>
            <p:spPr>
              <a:xfrm>
                <a:off x="2844406" y="0"/>
                <a:ext cx="821124" cy="1162296"/>
              </a:xfrm>
              <a:custGeom>
                <a:rect b="b" l="l" r="r" t="t"/>
                <a:pathLst>
                  <a:path extrusionOk="0" h="21600" w="21600">
                    <a:moveTo>
                      <a:pt x="1522" y="0"/>
                    </a:moveTo>
                    <a:cubicBezTo>
                      <a:pt x="681" y="0"/>
                      <a:pt x="0" y="481"/>
                      <a:pt x="0" y="1075"/>
                    </a:cubicBezTo>
                    <a:lnTo>
                      <a:pt x="0" y="20525"/>
                    </a:lnTo>
                    <a:cubicBezTo>
                      <a:pt x="0" y="21119"/>
                      <a:pt x="681" y="21600"/>
                      <a:pt x="1522" y="21600"/>
                    </a:cubicBezTo>
                    <a:lnTo>
                      <a:pt x="20081" y="21600"/>
                    </a:lnTo>
                    <a:cubicBezTo>
                      <a:pt x="20922" y="21600"/>
                      <a:pt x="21600" y="21119"/>
                      <a:pt x="21600" y="20525"/>
                    </a:cubicBezTo>
                    <a:lnTo>
                      <a:pt x="21600" y="1075"/>
                    </a:lnTo>
                    <a:cubicBezTo>
                      <a:pt x="21592" y="481"/>
                      <a:pt x="20912" y="0"/>
                      <a:pt x="20071" y="0"/>
                    </a:cubicBezTo>
                    <a:lnTo>
                      <a:pt x="1522" y="0"/>
                    </a:lnTo>
                    <a:close/>
                    <a:moveTo>
                      <a:pt x="2866" y="1696"/>
                    </a:moveTo>
                    <a:lnTo>
                      <a:pt x="18734" y="1696"/>
                    </a:lnTo>
                    <a:cubicBezTo>
                      <a:pt x="19017" y="1696"/>
                      <a:pt x="19254" y="1857"/>
                      <a:pt x="19254" y="2062"/>
                    </a:cubicBezTo>
                    <a:lnTo>
                      <a:pt x="19254" y="4985"/>
                    </a:lnTo>
                    <a:cubicBezTo>
                      <a:pt x="19254" y="5185"/>
                      <a:pt x="19024" y="5351"/>
                      <a:pt x="18734" y="5351"/>
                    </a:cubicBezTo>
                    <a:lnTo>
                      <a:pt x="2866" y="5351"/>
                    </a:lnTo>
                    <a:cubicBezTo>
                      <a:pt x="2583" y="5351"/>
                      <a:pt x="2348" y="5190"/>
                      <a:pt x="2348" y="4985"/>
                    </a:cubicBezTo>
                    <a:lnTo>
                      <a:pt x="2348" y="2062"/>
                    </a:lnTo>
                    <a:cubicBezTo>
                      <a:pt x="2348" y="1862"/>
                      <a:pt x="2576" y="1696"/>
                      <a:pt x="2866" y="1696"/>
                    </a:cubicBezTo>
                    <a:close/>
                    <a:moveTo>
                      <a:pt x="17580" y="6615"/>
                    </a:moveTo>
                    <a:cubicBezTo>
                      <a:pt x="17771" y="6615"/>
                      <a:pt x="17924" y="6723"/>
                      <a:pt x="17924" y="6858"/>
                    </a:cubicBezTo>
                    <a:cubicBezTo>
                      <a:pt x="17924" y="6993"/>
                      <a:pt x="17771" y="7101"/>
                      <a:pt x="17580" y="7101"/>
                    </a:cubicBezTo>
                    <a:cubicBezTo>
                      <a:pt x="17389" y="7106"/>
                      <a:pt x="17236" y="6993"/>
                      <a:pt x="17236" y="6858"/>
                    </a:cubicBezTo>
                    <a:cubicBezTo>
                      <a:pt x="17236" y="6723"/>
                      <a:pt x="17389" y="6615"/>
                      <a:pt x="17580" y="6615"/>
                    </a:cubicBezTo>
                    <a:close/>
                    <a:moveTo>
                      <a:pt x="2890" y="6674"/>
                    </a:moveTo>
                    <a:lnTo>
                      <a:pt x="5121" y="6674"/>
                    </a:lnTo>
                    <a:cubicBezTo>
                      <a:pt x="5419" y="6674"/>
                      <a:pt x="5663" y="6847"/>
                      <a:pt x="5663" y="7057"/>
                    </a:cubicBezTo>
                    <a:lnTo>
                      <a:pt x="5663" y="8073"/>
                    </a:lnTo>
                    <a:cubicBezTo>
                      <a:pt x="5663" y="8284"/>
                      <a:pt x="5419" y="8456"/>
                      <a:pt x="5121" y="8456"/>
                    </a:cubicBezTo>
                    <a:lnTo>
                      <a:pt x="2890" y="8456"/>
                    </a:lnTo>
                    <a:cubicBezTo>
                      <a:pt x="2592" y="8456"/>
                      <a:pt x="2348" y="8284"/>
                      <a:pt x="2348" y="8073"/>
                    </a:cubicBezTo>
                    <a:lnTo>
                      <a:pt x="2348" y="7057"/>
                    </a:lnTo>
                    <a:cubicBezTo>
                      <a:pt x="2348" y="6847"/>
                      <a:pt x="2592" y="6674"/>
                      <a:pt x="2890" y="6674"/>
                    </a:cubicBezTo>
                    <a:close/>
                    <a:moveTo>
                      <a:pt x="7400" y="6674"/>
                    </a:moveTo>
                    <a:lnTo>
                      <a:pt x="9669" y="6674"/>
                    </a:lnTo>
                    <a:cubicBezTo>
                      <a:pt x="9967" y="6674"/>
                      <a:pt x="10211" y="6847"/>
                      <a:pt x="10211" y="7057"/>
                    </a:cubicBezTo>
                    <a:lnTo>
                      <a:pt x="10211" y="8073"/>
                    </a:lnTo>
                    <a:cubicBezTo>
                      <a:pt x="10211" y="8284"/>
                      <a:pt x="9967" y="8456"/>
                      <a:pt x="9669" y="8456"/>
                    </a:cubicBezTo>
                    <a:lnTo>
                      <a:pt x="7400" y="8456"/>
                    </a:lnTo>
                    <a:cubicBezTo>
                      <a:pt x="7102" y="8456"/>
                      <a:pt x="6858" y="8284"/>
                      <a:pt x="6858" y="8073"/>
                    </a:cubicBezTo>
                    <a:lnTo>
                      <a:pt x="6858" y="7057"/>
                    </a:lnTo>
                    <a:cubicBezTo>
                      <a:pt x="6858" y="6847"/>
                      <a:pt x="7102" y="6674"/>
                      <a:pt x="7400" y="6674"/>
                    </a:cubicBezTo>
                    <a:close/>
                    <a:moveTo>
                      <a:pt x="11924" y="6674"/>
                    </a:moveTo>
                    <a:lnTo>
                      <a:pt x="14195" y="6674"/>
                    </a:lnTo>
                    <a:cubicBezTo>
                      <a:pt x="14493" y="6674"/>
                      <a:pt x="14738" y="6847"/>
                      <a:pt x="14738" y="7057"/>
                    </a:cubicBezTo>
                    <a:lnTo>
                      <a:pt x="14738" y="8073"/>
                    </a:lnTo>
                    <a:cubicBezTo>
                      <a:pt x="14738" y="8284"/>
                      <a:pt x="14493" y="8456"/>
                      <a:pt x="14195" y="8456"/>
                    </a:cubicBezTo>
                    <a:lnTo>
                      <a:pt x="11924" y="8456"/>
                    </a:lnTo>
                    <a:cubicBezTo>
                      <a:pt x="11626" y="8456"/>
                      <a:pt x="11382" y="8284"/>
                      <a:pt x="11382" y="8073"/>
                    </a:cubicBezTo>
                    <a:lnTo>
                      <a:pt x="11382" y="7057"/>
                    </a:lnTo>
                    <a:cubicBezTo>
                      <a:pt x="11382" y="6847"/>
                      <a:pt x="11626" y="6674"/>
                      <a:pt x="11924" y="6674"/>
                    </a:cubicBezTo>
                    <a:close/>
                    <a:moveTo>
                      <a:pt x="16433" y="7290"/>
                    </a:moveTo>
                    <a:lnTo>
                      <a:pt x="18743" y="7290"/>
                    </a:lnTo>
                    <a:lnTo>
                      <a:pt x="18743" y="7685"/>
                    </a:lnTo>
                    <a:lnTo>
                      <a:pt x="16433" y="7685"/>
                    </a:lnTo>
                    <a:lnTo>
                      <a:pt x="16433" y="7290"/>
                    </a:lnTo>
                    <a:close/>
                    <a:moveTo>
                      <a:pt x="17580" y="7867"/>
                    </a:moveTo>
                    <a:cubicBezTo>
                      <a:pt x="17771" y="7867"/>
                      <a:pt x="17924" y="7975"/>
                      <a:pt x="17924" y="8110"/>
                    </a:cubicBezTo>
                    <a:cubicBezTo>
                      <a:pt x="17924" y="8245"/>
                      <a:pt x="17771" y="8353"/>
                      <a:pt x="17580" y="8353"/>
                    </a:cubicBezTo>
                    <a:cubicBezTo>
                      <a:pt x="17389" y="8353"/>
                      <a:pt x="17236" y="8245"/>
                      <a:pt x="17236" y="8110"/>
                    </a:cubicBezTo>
                    <a:cubicBezTo>
                      <a:pt x="17236" y="7975"/>
                      <a:pt x="17389" y="7867"/>
                      <a:pt x="17580" y="7867"/>
                    </a:cubicBezTo>
                    <a:close/>
                    <a:moveTo>
                      <a:pt x="2890" y="9580"/>
                    </a:moveTo>
                    <a:lnTo>
                      <a:pt x="5121" y="9580"/>
                    </a:lnTo>
                    <a:cubicBezTo>
                      <a:pt x="5419" y="9580"/>
                      <a:pt x="5663" y="9752"/>
                      <a:pt x="5663" y="9963"/>
                    </a:cubicBezTo>
                    <a:lnTo>
                      <a:pt x="5663" y="10979"/>
                    </a:lnTo>
                    <a:cubicBezTo>
                      <a:pt x="5663" y="11189"/>
                      <a:pt x="5419" y="11362"/>
                      <a:pt x="5121" y="11362"/>
                    </a:cubicBezTo>
                    <a:lnTo>
                      <a:pt x="2890" y="11362"/>
                    </a:lnTo>
                    <a:cubicBezTo>
                      <a:pt x="2592" y="11362"/>
                      <a:pt x="2348" y="11189"/>
                      <a:pt x="2348" y="10979"/>
                    </a:cubicBezTo>
                    <a:lnTo>
                      <a:pt x="2348" y="9963"/>
                    </a:lnTo>
                    <a:cubicBezTo>
                      <a:pt x="2348" y="9752"/>
                      <a:pt x="2592" y="9580"/>
                      <a:pt x="2890" y="9580"/>
                    </a:cubicBezTo>
                    <a:close/>
                    <a:moveTo>
                      <a:pt x="7400" y="9580"/>
                    </a:moveTo>
                    <a:lnTo>
                      <a:pt x="9669" y="9580"/>
                    </a:lnTo>
                    <a:cubicBezTo>
                      <a:pt x="9967" y="9580"/>
                      <a:pt x="10211" y="9752"/>
                      <a:pt x="10211" y="9963"/>
                    </a:cubicBezTo>
                    <a:lnTo>
                      <a:pt x="10211" y="10979"/>
                    </a:lnTo>
                    <a:cubicBezTo>
                      <a:pt x="10211" y="11189"/>
                      <a:pt x="9967" y="11362"/>
                      <a:pt x="9669" y="11362"/>
                    </a:cubicBezTo>
                    <a:lnTo>
                      <a:pt x="7400" y="11362"/>
                    </a:lnTo>
                    <a:cubicBezTo>
                      <a:pt x="7102" y="11362"/>
                      <a:pt x="6858" y="11189"/>
                      <a:pt x="6858" y="10979"/>
                    </a:cubicBezTo>
                    <a:lnTo>
                      <a:pt x="6858" y="9963"/>
                    </a:lnTo>
                    <a:cubicBezTo>
                      <a:pt x="6858" y="9752"/>
                      <a:pt x="7102" y="9580"/>
                      <a:pt x="7400" y="9580"/>
                    </a:cubicBezTo>
                    <a:close/>
                    <a:moveTo>
                      <a:pt x="11924" y="9580"/>
                    </a:moveTo>
                    <a:lnTo>
                      <a:pt x="14195" y="9580"/>
                    </a:lnTo>
                    <a:cubicBezTo>
                      <a:pt x="14493" y="9580"/>
                      <a:pt x="14738" y="9752"/>
                      <a:pt x="14738" y="9963"/>
                    </a:cubicBezTo>
                    <a:lnTo>
                      <a:pt x="14738" y="10979"/>
                    </a:lnTo>
                    <a:cubicBezTo>
                      <a:pt x="14738" y="11189"/>
                      <a:pt x="14493" y="11362"/>
                      <a:pt x="14195" y="11362"/>
                    </a:cubicBezTo>
                    <a:lnTo>
                      <a:pt x="11924" y="11362"/>
                    </a:lnTo>
                    <a:cubicBezTo>
                      <a:pt x="11626" y="11362"/>
                      <a:pt x="11382" y="11189"/>
                      <a:pt x="11382" y="10979"/>
                    </a:cubicBezTo>
                    <a:lnTo>
                      <a:pt x="11382" y="9963"/>
                    </a:lnTo>
                    <a:cubicBezTo>
                      <a:pt x="11382" y="9752"/>
                      <a:pt x="11626" y="9580"/>
                      <a:pt x="11924" y="9580"/>
                    </a:cubicBezTo>
                    <a:close/>
                    <a:moveTo>
                      <a:pt x="16969" y="9752"/>
                    </a:moveTo>
                    <a:lnTo>
                      <a:pt x="17587" y="10189"/>
                    </a:lnTo>
                    <a:lnTo>
                      <a:pt x="18208" y="9752"/>
                    </a:lnTo>
                    <a:lnTo>
                      <a:pt x="18598" y="10027"/>
                    </a:lnTo>
                    <a:lnTo>
                      <a:pt x="17979" y="10466"/>
                    </a:lnTo>
                    <a:lnTo>
                      <a:pt x="18598" y="10903"/>
                    </a:lnTo>
                    <a:lnTo>
                      <a:pt x="18199" y="11183"/>
                    </a:lnTo>
                    <a:lnTo>
                      <a:pt x="17580" y="10746"/>
                    </a:lnTo>
                    <a:lnTo>
                      <a:pt x="16961" y="11183"/>
                    </a:lnTo>
                    <a:lnTo>
                      <a:pt x="16572" y="10908"/>
                    </a:lnTo>
                    <a:lnTo>
                      <a:pt x="17191" y="10471"/>
                    </a:lnTo>
                    <a:lnTo>
                      <a:pt x="16572" y="10034"/>
                    </a:lnTo>
                    <a:lnTo>
                      <a:pt x="16969" y="9752"/>
                    </a:lnTo>
                    <a:close/>
                    <a:moveTo>
                      <a:pt x="2890" y="12437"/>
                    </a:moveTo>
                    <a:lnTo>
                      <a:pt x="5121" y="12437"/>
                    </a:lnTo>
                    <a:cubicBezTo>
                      <a:pt x="5419" y="12437"/>
                      <a:pt x="5663" y="12609"/>
                      <a:pt x="5663" y="12820"/>
                    </a:cubicBezTo>
                    <a:lnTo>
                      <a:pt x="5663" y="13834"/>
                    </a:lnTo>
                    <a:cubicBezTo>
                      <a:pt x="5663" y="14045"/>
                      <a:pt x="5419" y="14219"/>
                      <a:pt x="5121" y="14219"/>
                    </a:cubicBezTo>
                    <a:lnTo>
                      <a:pt x="2890" y="14219"/>
                    </a:lnTo>
                    <a:cubicBezTo>
                      <a:pt x="2592" y="14219"/>
                      <a:pt x="2348" y="14045"/>
                      <a:pt x="2348" y="13834"/>
                    </a:cubicBezTo>
                    <a:lnTo>
                      <a:pt x="2348" y="12820"/>
                    </a:lnTo>
                    <a:cubicBezTo>
                      <a:pt x="2348" y="12609"/>
                      <a:pt x="2592" y="12437"/>
                      <a:pt x="2890" y="12437"/>
                    </a:cubicBezTo>
                    <a:close/>
                    <a:moveTo>
                      <a:pt x="7400" y="12437"/>
                    </a:moveTo>
                    <a:lnTo>
                      <a:pt x="9669" y="12437"/>
                    </a:lnTo>
                    <a:cubicBezTo>
                      <a:pt x="9967" y="12437"/>
                      <a:pt x="10211" y="12609"/>
                      <a:pt x="10211" y="12820"/>
                    </a:cubicBezTo>
                    <a:lnTo>
                      <a:pt x="10211" y="13834"/>
                    </a:lnTo>
                    <a:cubicBezTo>
                      <a:pt x="10211" y="14045"/>
                      <a:pt x="9967" y="14219"/>
                      <a:pt x="9669" y="14219"/>
                    </a:cubicBezTo>
                    <a:lnTo>
                      <a:pt x="7400" y="14219"/>
                    </a:lnTo>
                    <a:cubicBezTo>
                      <a:pt x="7102" y="14219"/>
                      <a:pt x="6858" y="14045"/>
                      <a:pt x="6858" y="13834"/>
                    </a:cubicBezTo>
                    <a:lnTo>
                      <a:pt x="6858" y="12820"/>
                    </a:lnTo>
                    <a:cubicBezTo>
                      <a:pt x="6858" y="12609"/>
                      <a:pt x="7102" y="12437"/>
                      <a:pt x="7400" y="12437"/>
                    </a:cubicBezTo>
                    <a:close/>
                    <a:moveTo>
                      <a:pt x="11924" y="12437"/>
                    </a:moveTo>
                    <a:lnTo>
                      <a:pt x="14195" y="12437"/>
                    </a:lnTo>
                    <a:cubicBezTo>
                      <a:pt x="14493" y="12437"/>
                      <a:pt x="14738" y="12609"/>
                      <a:pt x="14738" y="12820"/>
                    </a:cubicBezTo>
                    <a:lnTo>
                      <a:pt x="14738" y="13834"/>
                    </a:lnTo>
                    <a:cubicBezTo>
                      <a:pt x="14738" y="14045"/>
                      <a:pt x="14493" y="14219"/>
                      <a:pt x="14195" y="14219"/>
                    </a:cubicBezTo>
                    <a:lnTo>
                      <a:pt x="11924" y="14219"/>
                    </a:lnTo>
                    <a:cubicBezTo>
                      <a:pt x="11626" y="14219"/>
                      <a:pt x="11382" y="14045"/>
                      <a:pt x="11382" y="13834"/>
                    </a:cubicBezTo>
                    <a:lnTo>
                      <a:pt x="11382" y="12820"/>
                    </a:lnTo>
                    <a:cubicBezTo>
                      <a:pt x="11382" y="12609"/>
                      <a:pt x="11626" y="12437"/>
                      <a:pt x="11924" y="12437"/>
                    </a:cubicBezTo>
                    <a:close/>
                    <a:moveTo>
                      <a:pt x="16426" y="13127"/>
                    </a:moveTo>
                    <a:lnTo>
                      <a:pt x="18734" y="13127"/>
                    </a:lnTo>
                    <a:lnTo>
                      <a:pt x="18734" y="13522"/>
                    </a:lnTo>
                    <a:lnTo>
                      <a:pt x="16426" y="13522"/>
                    </a:lnTo>
                    <a:lnTo>
                      <a:pt x="16426" y="13127"/>
                    </a:lnTo>
                    <a:close/>
                    <a:moveTo>
                      <a:pt x="2890" y="15292"/>
                    </a:moveTo>
                    <a:lnTo>
                      <a:pt x="5121" y="15292"/>
                    </a:lnTo>
                    <a:cubicBezTo>
                      <a:pt x="5419" y="15292"/>
                      <a:pt x="5663" y="15466"/>
                      <a:pt x="5663" y="15677"/>
                    </a:cubicBezTo>
                    <a:lnTo>
                      <a:pt x="5663" y="16691"/>
                    </a:lnTo>
                    <a:cubicBezTo>
                      <a:pt x="5663" y="16902"/>
                      <a:pt x="5419" y="17074"/>
                      <a:pt x="5121" y="17074"/>
                    </a:cubicBezTo>
                    <a:lnTo>
                      <a:pt x="2890" y="17074"/>
                    </a:lnTo>
                    <a:cubicBezTo>
                      <a:pt x="2592" y="17074"/>
                      <a:pt x="2348" y="16902"/>
                      <a:pt x="2348" y="16691"/>
                    </a:cubicBezTo>
                    <a:lnTo>
                      <a:pt x="2348" y="15677"/>
                    </a:lnTo>
                    <a:cubicBezTo>
                      <a:pt x="2348" y="15466"/>
                      <a:pt x="2592" y="15292"/>
                      <a:pt x="2890" y="15292"/>
                    </a:cubicBezTo>
                    <a:close/>
                    <a:moveTo>
                      <a:pt x="7400" y="15292"/>
                    </a:moveTo>
                    <a:lnTo>
                      <a:pt x="9669" y="15292"/>
                    </a:lnTo>
                    <a:cubicBezTo>
                      <a:pt x="9967" y="15292"/>
                      <a:pt x="10211" y="15466"/>
                      <a:pt x="10211" y="15677"/>
                    </a:cubicBezTo>
                    <a:lnTo>
                      <a:pt x="10211" y="16691"/>
                    </a:lnTo>
                    <a:cubicBezTo>
                      <a:pt x="10211" y="16902"/>
                      <a:pt x="9967" y="17074"/>
                      <a:pt x="9669" y="17074"/>
                    </a:cubicBezTo>
                    <a:lnTo>
                      <a:pt x="7400" y="17074"/>
                    </a:lnTo>
                    <a:cubicBezTo>
                      <a:pt x="7102" y="17074"/>
                      <a:pt x="6858" y="16902"/>
                      <a:pt x="6858" y="16691"/>
                    </a:cubicBezTo>
                    <a:lnTo>
                      <a:pt x="6858" y="15677"/>
                    </a:lnTo>
                    <a:cubicBezTo>
                      <a:pt x="6858" y="15466"/>
                      <a:pt x="7102" y="15292"/>
                      <a:pt x="7400" y="15292"/>
                    </a:cubicBezTo>
                    <a:close/>
                    <a:moveTo>
                      <a:pt x="11924" y="15292"/>
                    </a:moveTo>
                    <a:lnTo>
                      <a:pt x="14195" y="15292"/>
                    </a:lnTo>
                    <a:cubicBezTo>
                      <a:pt x="14493" y="15292"/>
                      <a:pt x="14738" y="15466"/>
                      <a:pt x="14738" y="15677"/>
                    </a:cubicBezTo>
                    <a:lnTo>
                      <a:pt x="14738" y="16691"/>
                    </a:lnTo>
                    <a:cubicBezTo>
                      <a:pt x="14738" y="16902"/>
                      <a:pt x="14493" y="17074"/>
                      <a:pt x="14195" y="17074"/>
                    </a:cubicBezTo>
                    <a:lnTo>
                      <a:pt x="11924" y="17074"/>
                    </a:lnTo>
                    <a:cubicBezTo>
                      <a:pt x="11626" y="17074"/>
                      <a:pt x="11382" y="16902"/>
                      <a:pt x="11382" y="16691"/>
                    </a:cubicBezTo>
                    <a:lnTo>
                      <a:pt x="11382" y="15677"/>
                    </a:lnTo>
                    <a:cubicBezTo>
                      <a:pt x="11382" y="15466"/>
                      <a:pt x="11626" y="15292"/>
                      <a:pt x="11924" y="15292"/>
                    </a:cubicBezTo>
                    <a:close/>
                    <a:moveTo>
                      <a:pt x="17305" y="15368"/>
                    </a:moveTo>
                    <a:lnTo>
                      <a:pt x="17864" y="15368"/>
                    </a:lnTo>
                    <a:lnTo>
                      <a:pt x="17864" y="15984"/>
                    </a:lnTo>
                    <a:lnTo>
                      <a:pt x="18734" y="15984"/>
                    </a:lnTo>
                    <a:lnTo>
                      <a:pt x="18734" y="16379"/>
                    </a:lnTo>
                    <a:lnTo>
                      <a:pt x="17864" y="16379"/>
                    </a:lnTo>
                    <a:lnTo>
                      <a:pt x="17864" y="17000"/>
                    </a:lnTo>
                    <a:lnTo>
                      <a:pt x="17305" y="17000"/>
                    </a:lnTo>
                    <a:lnTo>
                      <a:pt x="17305" y="16379"/>
                    </a:lnTo>
                    <a:lnTo>
                      <a:pt x="16433" y="16379"/>
                    </a:lnTo>
                    <a:lnTo>
                      <a:pt x="16433" y="15984"/>
                    </a:lnTo>
                    <a:lnTo>
                      <a:pt x="17305" y="15984"/>
                    </a:lnTo>
                    <a:lnTo>
                      <a:pt x="17305" y="15368"/>
                    </a:lnTo>
                    <a:close/>
                    <a:moveTo>
                      <a:pt x="2897" y="18144"/>
                    </a:moveTo>
                    <a:lnTo>
                      <a:pt x="9669" y="18144"/>
                    </a:lnTo>
                    <a:cubicBezTo>
                      <a:pt x="9967" y="18144"/>
                      <a:pt x="10211" y="18316"/>
                      <a:pt x="10211" y="18527"/>
                    </a:cubicBezTo>
                    <a:lnTo>
                      <a:pt x="10211" y="19543"/>
                    </a:lnTo>
                    <a:cubicBezTo>
                      <a:pt x="10211" y="19754"/>
                      <a:pt x="9967" y="19926"/>
                      <a:pt x="9669" y="19926"/>
                    </a:cubicBezTo>
                    <a:lnTo>
                      <a:pt x="2897" y="19926"/>
                    </a:lnTo>
                    <a:cubicBezTo>
                      <a:pt x="2599" y="19926"/>
                      <a:pt x="2355" y="19754"/>
                      <a:pt x="2355" y="19543"/>
                    </a:cubicBezTo>
                    <a:lnTo>
                      <a:pt x="2355" y="18527"/>
                    </a:lnTo>
                    <a:cubicBezTo>
                      <a:pt x="2355" y="18316"/>
                      <a:pt x="2599" y="18144"/>
                      <a:pt x="2897" y="18144"/>
                    </a:cubicBezTo>
                    <a:close/>
                    <a:moveTo>
                      <a:pt x="11924" y="18144"/>
                    </a:moveTo>
                    <a:lnTo>
                      <a:pt x="14195" y="18144"/>
                    </a:lnTo>
                    <a:cubicBezTo>
                      <a:pt x="14493" y="18144"/>
                      <a:pt x="14738" y="18316"/>
                      <a:pt x="14738" y="18527"/>
                    </a:cubicBezTo>
                    <a:lnTo>
                      <a:pt x="14738" y="19543"/>
                    </a:lnTo>
                    <a:cubicBezTo>
                      <a:pt x="14738" y="19754"/>
                      <a:pt x="14493" y="19926"/>
                      <a:pt x="14195" y="19926"/>
                    </a:cubicBezTo>
                    <a:lnTo>
                      <a:pt x="11924" y="19926"/>
                    </a:lnTo>
                    <a:cubicBezTo>
                      <a:pt x="11626" y="19926"/>
                      <a:pt x="11382" y="19754"/>
                      <a:pt x="11382" y="19543"/>
                    </a:cubicBezTo>
                    <a:lnTo>
                      <a:pt x="11382" y="18527"/>
                    </a:lnTo>
                    <a:cubicBezTo>
                      <a:pt x="11382" y="18316"/>
                      <a:pt x="11626" y="18144"/>
                      <a:pt x="11924" y="18144"/>
                    </a:cubicBezTo>
                    <a:close/>
                    <a:moveTo>
                      <a:pt x="16426" y="18517"/>
                    </a:moveTo>
                    <a:lnTo>
                      <a:pt x="18734" y="18517"/>
                    </a:lnTo>
                    <a:lnTo>
                      <a:pt x="18734" y="18910"/>
                    </a:lnTo>
                    <a:lnTo>
                      <a:pt x="16426" y="18910"/>
                    </a:lnTo>
                    <a:lnTo>
                      <a:pt x="16426" y="18517"/>
                    </a:lnTo>
                    <a:close/>
                    <a:moveTo>
                      <a:pt x="16426" y="19165"/>
                    </a:moveTo>
                    <a:lnTo>
                      <a:pt x="18734" y="19165"/>
                    </a:lnTo>
                    <a:lnTo>
                      <a:pt x="18734" y="19558"/>
                    </a:lnTo>
                    <a:lnTo>
                      <a:pt x="16426" y="19558"/>
                    </a:lnTo>
                    <a:lnTo>
                      <a:pt x="16426" y="19165"/>
                    </a:lnTo>
                    <a:close/>
                  </a:path>
                </a:pathLst>
              </a:custGeom>
              <a:solidFill>
                <a:srgbClr val="00AA8D">
                  <a:alpha val="6863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445" name="Google Shape;445;p36"/>
            <p:cNvSpPr/>
            <p:nvPr/>
          </p:nvSpPr>
          <p:spPr>
            <a:xfrm>
              <a:off x="1057301" y="2658697"/>
              <a:ext cx="2368200" cy="820500"/>
            </a:xfrm>
            <a:prstGeom prst="roundRect">
              <a:avLst>
                <a:gd fmla="val 15000" name="adj"/>
              </a:avLst>
            </a:prstGeom>
            <a:solidFill>
              <a:srgbClr val="1DAD01">
                <a:alpha val="7137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900"/>
                <a:buFont typeface="Helvetica Neue"/>
                <a:buNone/>
              </a:pPr>
              <a:r>
                <a:rPr b="0" i="0" lang="es" sz="900" u="none" cap="none" strike="noStrike">
                  <a:solidFill>
                    <a:srgbClr val="FFFFFF"/>
                  </a:solidFill>
                  <a:latin typeface="Helvetica Neue"/>
                  <a:ea typeface="Helvetica Neue"/>
                  <a:cs typeface="Helvetica Neue"/>
                  <a:sym typeface="Helvetica Neue"/>
                </a:rPr>
                <a:t>Visualisation</a:t>
              </a:r>
              <a:endParaRPr sz="500"/>
            </a:p>
          </p:txBody>
        </p:sp>
        <p:sp>
          <p:nvSpPr>
            <p:cNvPr id="446" name="Google Shape;446;p36"/>
            <p:cNvSpPr/>
            <p:nvPr/>
          </p:nvSpPr>
          <p:spPr>
            <a:xfrm>
              <a:off x="1057301" y="5455274"/>
              <a:ext cx="2368200" cy="820500"/>
            </a:xfrm>
            <a:prstGeom prst="roundRect">
              <a:avLst>
                <a:gd fmla="val 15000" name="adj"/>
              </a:avLst>
            </a:prstGeom>
            <a:solidFill>
              <a:srgbClr val="FBAB01">
                <a:alpha val="7137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000"/>
                <a:buFont typeface="Helvetica Neue"/>
                <a:buNone/>
              </a:pPr>
              <a:r>
                <a:rPr b="0" i="0" lang="es" sz="1000" u="none" cap="none" strike="noStrike">
                  <a:solidFill>
                    <a:srgbClr val="FFFFFF"/>
                  </a:solidFill>
                  <a:latin typeface="Helvetica Neue"/>
                  <a:ea typeface="Helvetica Neue"/>
                  <a:cs typeface="Helvetica Neue"/>
                  <a:sym typeface="Helvetica Neue"/>
                </a:rPr>
                <a:t>Reporting</a:t>
              </a:r>
              <a:endParaRPr sz="500"/>
            </a:p>
          </p:txBody>
        </p:sp>
        <p:sp>
          <p:nvSpPr>
            <p:cNvPr id="447" name="Google Shape;447;p36"/>
            <p:cNvSpPr/>
            <p:nvPr/>
          </p:nvSpPr>
          <p:spPr>
            <a:xfrm>
              <a:off x="1057301" y="0"/>
              <a:ext cx="2368200" cy="820500"/>
            </a:xfrm>
            <a:prstGeom prst="roundRect">
              <a:avLst>
                <a:gd fmla="val 15000" name="adj"/>
              </a:avLst>
            </a:prstGeom>
            <a:solidFill>
              <a:srgbClr val="00AA8D">
                <a:alpha val="7137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900"/>
                <a:buFont typeface="Helvetica Neue"/>
                <a:buNone/>
              </a:pPr>
              <a:r>
                <a:rPr b="0" i="0" lang="es" sz="900" u="none" cap="none" strike="noStrike">
                  <a:solidFill>
                    <a:srgbClr val="FFFFFF"/>
                  </a:solidFill>
                  <a:latin typeface="Helvetica Neue"/>
                  <a:ea typeface="Helvetica Neue"/>
                  <a:cs typeface="Helvetica Neue"/>
                  <a:sym typeface="Helvetica Neue"/>
                </a:rPr>
                <a:t>Analytics</a:t>
              </a:r>
              <a:endParaRPr sz="500"/>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7"/>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Omics Data</a:t>
            </a:r>
            <a:endParaRPr/>
          </a:p>
        </p:txBody>
      </p:sp>
      <p:grpSp>
        <p:nvGrpSpPr>
          <p:cNvPr id="453" name="Google Shape;453;p37"/>
          <p:cNvGrpSpPr/>
          <p:nvPr/>
        </p:nvGrpSpPr>
        <p:grpSpPr>
          <a:xfrm>
            <a:off x="1361291" y="1456892"/>
            <a:ext cx="615213" cy="3120861"/>
            <a:chOff x="107215" y="0"/>
            <a:chExt cx="1640569" cy="8322297"/>
          </a:xfrm>
        </p:grpSpPr>
        <p:grpSp>
          <p:nvGrpSpPr>
            <p:cNvPr id="454" name="Google Shape;454;p37"/>
            <p:cNvGrpSpPr/>
            <p:nvPr/>
          </p:nvGrpSpPr>
          <p:grpSpPr>
            <a:xfrm>
              <a:off x="296684" y="0"/>
              <a:ext cx="1451100" cy="1451100"/>
              <a:chOff x="0" y="0"/>
              <a:chExt cx="1451100" cy="1451100"/>
            </a:xfrm>
          </p:grpSpPr>
          <p:sp>
            <p:nvSpPr>
              <p:cNvPr id="455" name="Google Shape;455;p37"/>
              <p:cNvSpPr/>
              <p:nvPr/>
            </p:nvSpPr>
            <p:spPr>
              <a:xfrm>
                <a:off x="0" y="0"/>
                <a:ext cx="1451100" cy="1451100"/>
              </a:xfrm>
              <a:prstGeom prst="ellipse">
                <a:avLst/>
              </a:prstGeom>
              <a:solidFill>
                <a:srgbClr val="004C7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56" name="Google Shape;456;p37"/>
              <p:cNvSpPr/>
              <p:nvPr/>
            </p:nvSpPr>
            <p:spPr>
              <a:xfrm flipH="1" rot="-2700000">
                <a:off x="574506" y="290070"/>
                <a:ext cx="302110" cy="828206"/>
              </a:xfrm>
              <a:custGeom>
                <a:rect b="b" l="l" r="r" t="t"/>
                <a:pathLst>
                  <a:path extrusionOk="0" h="21600" w="21600">
                    <a:moveTo>
                      <a:pt x="0" y="0"/>
                    </a:moveTo>
                    <a:cubicBezTo>
                      <a:pt x="0" y="723"/>
                      <a:pt x="649" y="1419"/>
                      <a:pt x="1816" y="2036"/>
                    </a:cubicBezTo>
                    <a:cubicBezTo>
                      <a:pt x="2984" y="2652"/>
                      <a:pt x="4669" y="3188"/>
                      <a:pt x="6740" y="3591"/>
                    </a:cubicBezTo>
                    <a:cubicBezTo>
                      <a:pt x="2597" y="4395"/>
                      <a:pt x="0" y="5732"/>
                      <a:pt x="0" y="7189"/>
                    </a:cubicBezTo>
                    <a:cubicBezTo>
                      <a:pt x="0" y="8647"/>
                      <a:pt x="2599" y="9985"/>
                      <a:pt x="6750" y="10788"/>
                    </a:cubicBezTo>
                    <a:cubicBezTo>
                      <a:pt x="2599" y="11592"/>
                      <a:pt x="0" y="12931"/>
                      <a:pt x="0" y="14389"/>
                    </a:cubicBezTo>
                    <a:cubicBezTo>
                      <a:pt x="0" y="15850"/>
                      <a:pt x="2611" y="17189"/>
                      <a:pt x="6773" y="17992"/>
                    </a:cubicBezTo>
                    <a:cubicBezTo>
                      <a:pt x="4692" y="18396"/>
                      <a:pt x="2998" y="18935"/>
                      <a:pt x="1826" y="19555"/>
                    </a:cubicBezTo>
                    <a:cubicBezTo>
                      <a:pt x="653" y="20175"/>
                      <a:pt x="0" y="20875"/>
                      <a:pt x="0" y="21600"/>
                    </a:cubicBezTo>
                    <a:lnTo>
                      <a:pt x="2993" y="21600"/>
                    </a:lnTo>
                    <a:cubicBezTo>
                      <a:pt x="2993" y="21460"/>
                      <a:pt x="3027" y="21323"/>
                      <a:pt x="3093" y="21188"/>
                    </a:cubicBezTo>
                    <a:cubicBezTo>
                      <a:pt x="3158" y="21052"/>
                      <a:pt x="3255" y="20920"/>
                      <a:pt x="3382" y="20790"/>
                    </a:cubicBezTo>
                    <a:lnTo>
                      <a:pt x="18214" y="20790"/>
                    </a:lnTo>
                    <a:cubicBezTo>
                      <a:pt x="18340" y="20920"/>
                      <a:pt x="18437" y="21052"/>
                      <a:pt x="18503" y="21188"/>
                    </a:cubicBezTo>
                    <a:cubicBezTo>
                      <a:pt x="18568" y="21323"/>
                      <a:pt x="18602" y="21460"/>
                      <a:pt x="18602" y="21600"/>
                    </a:cubicBezTo>
                    <a:lnTo>
                      <a:pt x="21600" y="21600"/>
                    </a:lnTo>
                    <a:cubicBezTo>
                      <a:pt x="21600" y="20875"/>
                      <a:pt x="20947" y="20175"/>
                      <a:pt x="19773" y="19556"/>
                    </a:cubicBezTo>
                    <a:cubicBezTo>
                      <a:pt x="18599" y="18936"/>
                      <a:pt x="16904" y="18397"/>
                      <a:pt x="14823" y="17994"/>
                    </a:cubicBezTo>
                    <a:cubicBezTo>
                      <a:pt x="18986" y="17191"/>
                      <a:pt x="21600" y="15850"/>
                      <a:pt x="21600" y="14389"/>
                    </a:cubicBezTo>
                    <a:cubicBezTo>
                      <a:pt x="21600" y="12931"/>
                      <a:pt x="18996" y="11592"/>
                      <a:pt x="14846" y="10788"/>
                    </a:cubicBezTo>
                    <a:cubicBezTo>
                      <a:pt x="18997" y="9985"/>
                      <a:pt x="21600" y="8647"/>
                      <a:pt x="21600" y="7189"/>
                    </a:cubicBezTo>
                    <a:cubicBezTo>
                      <a:pt x="21600" y="5732"/>
                      <a:pt x="19003" y="4395"/>
                      <a:pt x="14860" y="3591"/>
                    </a:cubicBezTo>
                    <a:cubicBezTo>
                      <a:pt x="16931" y="3188"/>
                      <a:pt x="18616" y="2652"/>
                      <a:pt x="19784" y="2036"/>
                    </a:cubicBezTo>
                    <a:cubicBezTo>
                      <a:pt x="20951" y="1419"/>
                      <a:pt x="21600" y="723"/>
                      <a:pt x="21600" y="0"/>
                    </a:cubicBezTo>
                    <a:lnTo>
                      <a:pt x="18602" y="0"/>
                    </a:lnTo>
                    <a:cubicBezTo>
                      <a:pt x="18602" y="128"/>
                      <a:pt x="18571" y="256"/>
                      <a:pt x="18511" y="382"/>
                    </a:cubicBezTo>
                    <a:cubicBezTo>
                      <a:pt x="18451" y="508"/>
                      <a:pt x="18362" y="633"/>
                      <a:pt x="18246" y="756"/>
                    </a:cubicBezTo>
                    <a:lnTo>
                      <a:pt x="3349" y="756"/>
                    </a:lnTo>
                    <a:cubicBezTo>
                      <a:pt x="3233" y="633"/>
                      <a:pt x="3144" y="508"/>
                      <a:pt x="3084" y="382"/>
                    </a:cubicBezTo>
                    <a:cubicBezTo>
                      <a:pt x="3024" y="256"/>
                      <a:pt x="2993" y="128"/>
                      <a:pt x="2993" y="0"/>
                    </a:cubicBezTo>
                    <a:lnTo>
                      <a:pt x="0" y="0"/>
                    </a:lnTo>
                    <a:close/>
                    <a:moveTo>
                      <a:pt x="4252" y="1404"/>
                    </a:moveTo>
                    <a:lnTo>
                      <a:pt x="17348" y="1404"/>
                    </a:lnTo>
                    <a:cubicBezTo>
                      <a:pt x="16685" y="1761"/>
                      <a:pt x="15777" y="2087"/>
                      <a:pt x="14671" y="2364"/>
                    </a:cubicBezTo>
                    <a:cubicBezTo>
                      <a:pt x="13565" y="2641"/>
                      <a:pt x="12262" y="2868"/>
                      <a:pt x="10807" y="3027"/>
                    </a:cubicBezTo>
                    <a:lnTo>
                      <a:pt x="10798" y="3026"/>
                    </a:lnTo>
                    <a:lnTo>
                      <a:pt x="10788" y="3027"/>
                    </a:lnTo>
                    <a:cubicBezTo>
                      <a:pt x="9334" y="2868"/>
                      <a:pt x="8032" y="2641"/>
                      <a:pt x="6927" y="2364"/>
                    </a:cubicBezTo>
                    <a:cubicBezTo>
                      <a:pt x="5822" y="2087"/>
                      <a:pt x="4915" y="1761"/>
                      <a:pt x="4252" y="1404"/>
                    </a:cubicBezTo>
                    <a:close/>
                    <a:moveTo>
                      <a:pt x="10798" y="4161"/>
                    </a:moveTo>
                    <a:cubicBezTo>
                      <a:pt x="12255" y="4320"/>
                      <a:pt x="13561" y="4546"/>
                      <a:pt x="14668" y="4821"/>
                    </a:cubicBezTo>
                    <a:cubicBezTo>
                      <a:pt x="15775" y="5097"/>
                      <a:pt x="16684" y="5421"/>
                      <a:pt x="17348" y="5778"/>
                    </a:cubicBezTo>
                    <a:lnTo>
                      <a:pt x="4247" y="5778"/>
                    </a:lnTo>
                    <a:cubicBezTo>
                      <a:pt x="4911" y="5421"/>
                      <a:pt x="5820" y="5097"/>
                      <a:pt x="6928" y="4821"/>
                    </a:cubicBezTo>
                    <a:cubicBezTo>
                      <a:pt x="8035" y="4546"/>
                      <a:pt x="9340" y="4320"/>
                      <a:pt x="10798" y="4161"/>
                    </a:cubicBezTo>
                    <a:close/>
                    <a:moveTo>
                      <a:pt x="3349" y="6426"/>
                    </a:moveTo>
                    <a:lnTo>
                      <a:pt x="18246" y="6426"/>
                    </a:lnTo>
                    <a:cubicBezTo>
                      <a:pt x="18479" y="6673"/>
                      <a:pt x="18602" y="6929"/>
                      <a:pt x="18602" y="7189"/>
                    </a:cubicBezTo>
                    <a:cubicBezTo>
                      <a:pt x="18602" y="7444"/>
                      <a:pt x="18484" y="7695"/>
                      <a:pt x="18260" y="7938"/>
                    </a:cubicBezTo>
                    <a:lnTo>
                      <a:pt x="3340" y="7938"/>
                    </a:lnTo>
                    <a:cubicBezTo>
                      <a:pt x="3116" y="7695"/>
                      <a:pt x="2993" y="7444"/>
                      <a:pt x="2993" y="7189"/>
                    </a:cubicBezTo>
                    <a:cubicBezTo>
                      <a:pt x="2993" y="6929"/>
                      <a:pt x="3117" y="6673"/>
                      <a:pt x="3349" y="6426"/>
                    </a:cubicBezTo>
                    <a:close/>
                    <a:moveTo>
                      <a:pt x="4224" y="8586"/>
                    </a:moveTo>
                    <a:lnTo>
                      <a:pt x="17376" y="8586"/>
                    </a:lnTo>
                    <a:cubicBezTo>
                      <a:pt x="16714" y="8946"/>
                      <a:pt x="15803" y="9274"/>
                      <a:pt x="14690" y="9552"/>
                    </a:cubicBezTo>
                    <a:cubicBezTo>
                      <a:pt x="13578" y="9830"/>
                      <a:pt x="12264" y="10058"/>
                      <a:pt x="10798" y="10218"/>
                    </a:cubicBezTo>
                    <a:cubicBezTo>
                      <a:pt x="9331" y="10058"/>
                      <a:pt x="8019" y="9830"/>
                      <a:pt x="6907" y="9552"/>
                    </a:cubicBezTo>
                    <a:cubicBezTo>
                      <a:pt x="5796" y="9274"/>
                      <a:pt x="4886" y="8946"/>
                      <a:pt x="4224" y="8586"/>
                    </a:cubicBezTo>
                    <a:close/>
                    <a:moveTo>
                      <a:pt x="10798" y="11360"/>
                    </a:moveTo>
                    <a:cubicBezTo>
                      <a:pt x="12243" y="11518"/>
                      <a:pt x="13539" y="11741"/>
                      <a:pt x="14640" y="12014"/>
                    </a:cubicBezTo>
                    <a:cubicBezTo>
                      <a:pt x="15742" y="12286"/>
                      <a:pt x="16649" y="12607"/>
                      <a:pt x="17316" y="12960"/>
                    </a:cubicBezTo>
                    <a:lnTo>
                      <a:pt x="4284" y="12960"/>
                    </a:lnTo>
                    <a:cubicBezTo>
                      <a:pt x="4951" y="12607"/>
                      <a:pt x="5857" y="12286"/>
                      <a:pt x="6957" y="12014"/>
                    </a:cubicBezTo>
                    <a:cubicBezTo>
                      <a:pt x="8058" y="11742"/>
                      <a:pt x="9353" y="11518"/>
                      <a:pt x="10798" y="11360"/>
                    </a:cubicBezTo>
                    <a:close/>
                    <a:moveTo>
                      <a:pt x="3368" y="13608"/>
                    </a:moveTo>
                    <a:lnTo>
                      <a:pt x="18232" y="13608"/>
                    </a:lnTo>
                    <a:cubicBezTo>
                      <a:pt x="18476" y="13861"/>
                      <a:pt x="18602" y="14123"/>
                      <a:pt x="18602" y="14389"/>
                    </a:cubicBezTo>
                    <a:cubicBezTo>
                      <a:pt x="18602" y="14638"/>
                      <a:pt x="18492" y="14883"/>
                      <a:pt x="18278" y="15120"/>
                    </a:cubicBezTo>
                    <a:lnTo>
                      <a:pt x="3322" y="15120"/>
                    </a:lnTo>
                    <a:cubicBezTo>
                      <a:pt x="3108" y="14883"/>
                      <a:pt x="2993" y="14638"/>
                      <a:pt x="2993" y="14389"/>
                    </a:cubicBezTo>
                    <a:cubicBezTo>
                      <a:pt x="2993" y="14123"/>
                      <a:pt x="3124" y="13861"/>
                      <a:pt x="3368" y="13608"/>
                    </a:cubicBezTo>
                    <a:close/>
                    <a:moveTo>
                      <a:pt x="4191" y="15768"/>
                    </a:moveTo>
                    <a:lnTo>
                      <a:pt x="17409" y="15768"/>
                    </a:lnTo>
                    <a:cubicBezTo>
                      <a:pt x="16749" y="16132"/>
                      <a:pt x="15836" y="16464"/>
                      <a:pt x="14718" y="16744"/>
                    </a:cubicBezTo>
                    <a:cubicBezTo>
                      <a:pt x="13600" y="17025"/>
                      <a:pt x="12277" y="17255"/>
                      <a:pt x="10798" y="17417"/>
                    </a:cubicBezTo>
                    <a:cubicBezTo>
                      <a:pt x="9319" y="17255"/>
                      <a:pt x="7997" y="17025"/>
                      <a:pt x="6880" y="16744"/>
                    </a:cubicBezTo>
                    <a:cubicBezTo>
                      <a:pt x="5763" y="16463"/>
                      <a:pt x="4851" y="16132"/>
                      <a:pt x="4191" y="15768"/>
                    </a:cubicBezTo>
                    <a:close/>
                    <a:moveTo>
                      <a:pt x="10798" y="18571"/>
                    </a:moveTo>
                    <a:cubicBezTo>
                      <a:pt x="12233" y="18728"/>
                      <a:pt x="13522" y="18946"/>
                      <a:pt x="14618" y="19213"/>
                    </a:cubicBezTo>
                    <a:cubicBezTo>
                      <a:pt x="15715" y="19479"/>
                      <a:pt x="16620" y="19793"/>
                      <a:pt x="17288" y="20142"/>
                    </a:cubicBezTo>
                    <a:lnTo>
                      <a:pt x="4307" y="20142"/>
                    </a:lnTo>
                    <a:cubicBezTo>
                      <a:pt x="4976" y="19793"/>
                      <a:pt x="5881" y="19479"/>
                      <a:pt x="6977" y="19213"/>
                    </a:cubicBezTo>
                    <a:cubicBezTo>
                      <a:pt x="8074" y="18946"/>
                      <a:pt x="9362" y="18728"/>
                      <a:pt x="10798" y="18571"/>
                    </a:cubicBezTo>
                    <a:close/>
                  </a:path>
                </a:pathLst>
              </a:custGeom>
              <a:solidFill>
                <a:srgbClr val="6FA8E7"/>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457" name="Google Shape;457;p37"/>
            <p:cNvGrpSpPr/>
            <p:nvPr/>
          </p:nvGrpSpPr>
          <p:grpSpPr>
            <a:xfrm>
              <a:off x="296684" y="2290398"/>
              <a:ext cx="1451100" cy="1451100"/>
              <a:chOff x="0" y="0"/>
              <a:chExt cx="1451100" cy="1451100"/>
            </a:xfrm>
          </p:grpSpPr>
          <p:sp>
            <p:nvSpPr>
              <p:cNvPr id="458" name="Google Shape;458;p37"/>
              <p:cNvSpPr/>
              <p:nvPr/>
            </p:nvSpPr>
            <p:spPr>
              <a:xfrm>
                <a:off x="0" y="0"/>
                <a:ext cx="1451100" cy="1451100"/>
              </a:xfrm>
              <a:prstGeom prst="ellipse">
                <a:avLst/>
              </a:prstGeom>
              <a:solidFill>
                <a:srgbClr val="006B6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nvGrpSpPr>
              <p:cNvPr id="459" name="Google Shape;459;p37"/>
              <p:cNvGrpSpPr/>
              <p:nvPr/>
            </p:nvGrpSpPr>
            <p:grpSpPr>
              <a:xfrm>
                <a:off x="262149" y="224254"/>
                <a:ext cx="1002630" cy="1002630"/>
                <a:chOff x="14" y="-1"/>
                <a:chExt cx="1002630" cy="1002630"/>
              </a:xfrm>
            </p:grpSpPr>
            <p:sp>
              <p:nvSpPr>
                <p:cNvPr id="460" name="Google Shape;460;p37"/>
                <p:cNvSpPr/>
                <p:nvPr/>
              </p:nvSpPr>
              <p:spPr>
                <a:xfrm rot="2700000">
                  <a:off x="319108" y="-25430"/>
                  <a:ext cx="364443" cy="1053490"/>
                </a:xfrm>
                <a:custGeom>
                  <a:rect b="b" l="l" r="r" t="t"/>
                  <a:pathLst>
                    <a:path extrusionOk="0" h="21600" w="20192">
                      <a:moveTo>
                        <a:pt x="122" y="0"/>
                      </a:moveTo>
                      <a:cubicBezTo>
                        <a:pt x="-392" y="990"/>
                        <a:pt x="741" y="1999"/>
                        <a:pt x="3000" y="2562"/>
                      </a:cubicBezTo>
                      <a:cubicBezTo>
                        <a:pt x="5051" y="3074"/>
                        <a:pt x="7632" y="3108"/>
                        <a:pt x="10042" y="3317"/>
                      </a:cubicBezTo>
                      <a:cubicBezTo>
                        <a:pt x="13115" y="3584"/>
                        <a:pt x="15973" y="4155"/>
                        <a:pt x="17932" y="5070"/>
                      </a:cubicBezTo>
                      <a:cubicBezTo>
                        <a:pt x="20408" y="6228"/>
                        <a:pt x="21068" y="7820"/>
                        <a:pt x="18804" y="8998"/>
                      </a:cubicBezTo>
                      <a:cubicBezTo>
                        <a:pt x="16407" y="10245"/>
                        <a:pt x="11872" y="10391"/>
                        <a:pt x="8068" y="10950"/>
                      </a:cubicBezTo>
                      <a:cubicBezTo>
                        <a:pt x="5258" y="11363"/>
                        <a:pt x="2741" y="12046"/>
                        <a:pt x="1315" y="13032"/>
                      </a:cubicBezTo>
                      <a:cubicBezTo>
                        <a:pt x="-532" y="14309"/>
                        <a:pt x="-160" y="15901"/>
                        <a:pt x="2832" y="16772"/>
                      </a:cubicBezTo>
                      <a:cubicBezTo>
                        <a:pt x="5808" y="17638"/>
                        <a:pt x="10047" y="17303"/>
                        <a:pt x="13461" y="17861"/>
                      </a:cubicBezTo>
                      <a:cubicBezTo>
                        <a:pt x="17346" y="18497"/>
                        <a:pt x="19426" y="20076"/>
                        <a:pt x="18385" y="21600"/>
                      </a:cubicBezTo>
                    </a:path>
                  </a:pathLst>
                </a:custGeom>
                <a:noFill/>
                <a:ln cap="flat" cmpd="sng" w="14300">
                  <a:solidFill>
                    <a:srgbClr val="929292"/>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4C7F"/>
                    </a:buClr>
                    <a:buSzPts val="1400"/>
                    <a:buFont typeface="Helvetica Neue"/>
                    <a:buNone/>
                  </a:pPr>
                  <a:r>
                    <a:t/>
                  </a:r>
                  <a:endParaRPr b="1" i="0" sz="1400" u="none" cap="none" strike="noStrike">
                    <a:solidFill>
                      <a:srgbClr val="004C7F"/>
                    </a:solidFill>
                    <a:latin typeface="Helvetica Neue"/>
                    <a:ea typeface="Helvetica Neue"/>
                    <a:cs typeface="Helvetica Neue"/>
                    <a:sym typeface="Helvetica Neue"/>
                  </a:endParaRPr>
                </a:p>
              </p:txBody>
            </p:sp>
            <p:cxnSp>
              <p:nvCxnSpPr>
                <p:cNvPr id="461" name="Google Shape;461;p37"/>
                <p:cNvCxnSpPr/>
                <p:nvPr/>
              </p:nvCxnSpPr>
              <p:spPr>
                <a:xfrm>
                  <a:off x="719969" y="61323"/>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462" name="Google Shape;462;p37"/>
                <p:cNvCxnSpPr/>
                <p:nvPr/>
              </p:nvCxnSpPr>
              <p:spPr>
                <a:xfrm>
                  <a:off x="619864" y="259940"/>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463" name="Google Shape;463;p37"/>
                <p:cNvCxnSpPr/>
                <p:nvPr/>
              </p:nvCxnSpPr>
              <p:spPr>
                <a:xfrm>
                  <a:off x="540417" y="339387"/>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464" name="Google Shape;464;p37"/>
                <p:cNvCxnSpPr/>
                <p:nvPr/>
              </p:nvCxnSpPr>
              <p:spPr>
                <a:xfrm>
                  <a:off x="314787" y="466504"/>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465" name="Google Shape;465;p37"/>
                <p:cNvCxnSpPr/>
                <p:nvPr/>
              </p:nvCxnSpPr>
              <p:spPr>
                <a:xfrm>
                  <a:off x="231436" y="549856"/>
                  <a:ext cx="171600" cy="171600"/>
                </a:xfrm>
                <a:prstGeom prst="straightConnector1">
                  <a:avLst/>
                </a:prstGeom>
                <a:noFill/>
                <a:ln cap="flat" cmpd="sng" w="14300">
                  <a:solidFill>
                    <a:srgbClr val="929292"/>
                  </a:solidFill>
                  <a:prstDash val="solid"/>
                  <a:miter lim="400000"/>
                  <a:headEnd len="sm" w="sm" type="none"/>
                  <a:tailEnd len="sm" w="sm" type="none"/>
                </a:ln>
              </p:spPr>
            </p:cxnSp>
            <p:cxnSp>
              <p:nvCxnSpPr>
                <p:cNvPr id="466" name="Google Shape;466;p37"/>
                <p:cNvCxnSpPr/>
                <p:nvPr/>
              </p:nvCxnSpPr>
              <p:spPr>
                <a:xfrm>
                  <a:off x="110088" y="769716"/>
                  <a:ext cx="171600" cy="171600"/>
                </a:xfrm>
                <a:prstGeom prst="straightConnector1">
                  <a:avLst/>
                </a:prstGeom>
                <a:noFill/>
                <a:ln cap="flat" cmpd="sng" w="14300">
                  <a:solidFill>
                    <a:srgbClr val="929292"/>
                  </a:solidFill>
                  <a:prstDash val="solid"/>
                  <a:miter lim="400000"/>
                  <a:headEnd len="sm" w="sm" type="none"/>
                  <a:tailEnd len="sm" w="sm" type="none"/>
                </a:ln>
              </p:spPr>
            </p:cxnSp>
          </p:grpSp>
        </p:grpSp>
        <p:grpSp>
          <p:nvGrpSpPr>
            <p:cNvPr id="467" name="Google Shape;467;p37"/>
            <p:cNvGrpSpPr/>
            <p:nvPr/>
          </p:nvGrpSpPr>
          <p:grpSpPr>
            <a:xfrm>
              <a:off x="107215" y="4516549"/>
              <a:ext cx="1620641" cy="1516989"/>
              <a:chOff x="107215" y="95026"/>
              <a:chExt cx="1620641" cy="1516989"/>
            </a:xfrm>
          </p:grpSpPr>
          <p:sp>
            <p:nvSpPr>
              <p:cNvPr id="468" name="Google Shape;468;p37"/>
              <p:cNvSpPr/>
              <p:nvPr/>
            </p:nvSpPr>
            <p:spPr>
              <a:xfrm>
                <a:off x="276756" y="160915"/>
                <a:ext cx="1451100" cy="1451100"/>
              </a:xfrm>
              <a:prstGeom prst="ellipse">
                <a:avLst/>
              </a:prstGeom>
              <a:solidFill>
                <a:srgbClr val="EF700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pic>
            <p:nvPicPr>
              <p:cNvPr descr="pasted-movie.png" id="469" name="Google Shape;469;p37"/>
              <p:cNvPicPr preferRelativeResize="0"/>
              <p:nvPr/>
            </p:nvPicPr>
            <p:blipFill rotWithShape="1">
              <a:blip r:embed="rId3">
                <a:alphaModFix/>
              </a:blip>
              <a:srcRect b="27114" l="23756" r="67172" t="62196"/>
              <a:stretch/>
            </p:blipFill>
            <p:spPr>
              <a:xfrm flipH="1" rot="-2376479">
                <a:off x="258196" y="385299"/>
                <a:ext cx="1242264" cy="920973"/>
              </a:xfrm>
              <a:custGeom>
                <a:rect b="b" l="l" r="r" t="t"/>
                <a:pathLst>
                  <a:path extrusionOk="0" h="21293" w="21552">
                    <a:moveTo>
                      <a:pt x="8848" y="7"/>
                    </a:moveTo>
                    <a:cubicBezTo>
                      <a:pt x="8829" y="-70"/>
                      <a:pt x="8563" y="453"/>
                      <a:pt x="8256" y="1173"/>
                    </a:cubicBezTo>
                    <a:cubicBezTo>
                      <a:pt x="7907" y="1990"/>
                      <a:pt x="7617" y="2508"/>
                      <a:pt x="7485" y="2540"/>
                    </a:cubicBezTo>
                    <a:cubicBezTo>
                      <a:pt x="7368" y="2568"/>
                      <a:pt x="7232" y="2642"/>
                      <a:pt x="7182" y="2705"/>
                    </a:cubicBezTo>
                    <a:cubicBezTo>
                      <a:pt x="7132" y="2768"/>
                      <a:pt x="7194" y="3659"/>
                      <a:pt x="7326" y="4687"/>
                    </a:cubicBezTo>
                    <a:cubicBezTo>
                      <a:pt x="7490" y="5966"/>
                      <a:pt x="7534" y="6610"/>
                      <a:pt x="7457" y="6733"/>
                    </a:cubicBezTo>
                    <a:cubicBezTo>
                      <a:pt x="7213" y="7124"/>
                      <a:pt x="7866" y="7724"/>
                      <a:pt x="8538" y="7724"/>
                    </a:cubicBezTo>
                    <a:cubicBezTo>
                      <a:pt x="8781" y="7724"/>
                      <a:pt x="8962" y="7556"/>
                      <a:pt x="9323" y="6981"/>
                    </a:cubicBezTo>
                    <a:cubicBezTo>
                      <a:pt x="9581" y="6570"/>
                      <a:pt x="9832" y="6282"/>
                      <a:pt x="9881" y="6348"/>
                    </a:cubicBezTo>
                    <a:cubicBezTo>
                      <a:pt x="9951" y="6442"/>
                      <a:pt x="10177" y="7949"/>
                      <a:pt x="10197" y="8431"/>
                    </a:cubicBezTo>
                    <a:cubicBezTo>
                      <a:pt x="10198" y="8443"/>
                      <a:pt x="10204" y="8456"/>
                      <a:pt x="10204" y="8467"/>
                    </a:cubicBezTo>
                    <a:cubicBezTo>
                      <a:pt x="10204" y="8491"/>
                      <a:pt x="10213" y="8509"/>
                      <a:pt x="10218" y="8532"/>
                    </a:cubicBezTo>
                    <a:cubicBezTo>
                      <a:pt x="10286" y="8728"/>
                      <a:pt x="10967" y="9055"/>
                      <a:pt x="11347" y="9055"/>
                    </a:cubicBezTo>
                    <a:cubicBezTo>
                      <a:pt x="11736" y="9055"/>
                      <a:pt x="11960" y="8803"/>
                      <a:pt x="12573" y="7687"/>
                    </a:cubicBezTo>
                    <a:cubicBezTo>
                      <a:pt x="12741" y="7382"/>
                      <a:pt x="12922" y="7163"/>
                      <a:pt x="12979" y="7210"/>
                    </a:cubicBezTo>
                    <a:cubicBezTo>
                      <a:pt x="13036" y="7257"/>
                      <a:pt x="13083" y="7789"/>
                      <a:pt x="13083" y="8385"/>
                    </a:cubicBezTo>
                    <a:cubicBezTo>
                      <a:pt x="13083" y="9458"/>
                      <a:pt x="13085" y="9471"/>
                      <a:pt x="13454" y="9761"/>
                    </a:cubicBezTo>
                    <a:cubicBezTo>
                      <a:pt x="13659" y="9922"/>
                      <a:pt x="14011" y="10141"/>
                      <a:pt x="14232" y="10248"/>
                    </a:cubicBezTo>
                    <a:cubicBezTo>
                      <a:pt x="14617" y="10433"/>
                      <a:pt x="14652" y="10415"/>
                      <a:pt x="14997" y="9991"/>
                    </a:cubicBezTo>
                    <a:cubicBezTo>
                      <a:pt x="15467" y="9412"/>
                      <a:pt x="16482" y="8710"/>
                      <a:pt x="16690" y="8816"/>
                    </a:cubicBezTo>
                    <a:cubicBezTo>
                      <a:pt x="16694" y="8818"/>
                      <a:pt x="16694" y="8823"/>
                      <a:pt x="16697" y="8825"/>
                    </a:cubicBezTo>
                    <a:cubicBezTo>
                      <a:pt x="16699" y="8826"/>
                      <a:pt x="16703" y="8825"/>
                      <a:pt x="16704" y="8825"/>
                    </a:cubicBezTo>
                    <a:cubicBezTo>
                      <a:pt x="16714" y="8830"/>
                      <a:pt x="16717" y="8837"/>
                      <a:pt x="16725" y="8844"/>
                    </a:cubicBezTo>
                    <a:cubicBezTo>
                      <a:pt x="16741" y="8858"/>
                      <a:pt x="16755" y="8870"/>
                      <a:pt x="16766" y="8889"/>
                    </a:cubicBezTo>
                    <a:cubicBezTo>
                      <a:pt x="16790" y="8927"/>
                      <a:pt x="16807" y="8965"/>
                      <a:pt x="16801" y="9009"/>
                    </a:cubicBezTo>
                    <a:cubicBezTo>
                      <a:pt x="16807" y="9079"/>
                      <a:pt x="16801" y="9165"/>
                      <a:pt x="16780" y="9275"/>
                    </a:cubicBezTo>
                    <a:cubicBezTo>
                      <a:pt x="16684" y="9783"/>
                      <a:pt x="17016" y="10893"/>
                      <a:pt x="17372" y="11266"/>
                    </a:cubicBezTo>
                    <a:cubicBezTo>
                      <a:pt x="17581" y="11485"/>
                      <a:pt x="17822" y="11559"/>
                      <a:pt x="18295" y="11560"/>
                    </a:cubicBezTo>
                    <a:cubicBezTo>
                      <a:pt x="18298" y="11560"/>
                      <a:pt x="18299" y="11560"/>
                      <a:pt x="18302" y="11560"/>
                    </a:cubicBezTo>
                    <a:cubicBezTo>
                      <a:pt x="18314" y="11560"/>
                      <a:pt x="18318" y="11560"/>
                      <a:pt x="18329" y="11560"/>
                    </a:cubicBezTo>
                    <a:cubicBezTo>
                      <a:pt x="18853" y="11557"/>
                      <a:pt x="19002" y="11492"/>
                      <a:pt x="19307" y="11138"/>
                    </a:cubicBezTo>
                    <a:cubicBezTo>
                      <a:pt x="19842" y="10516"/>
                      <a:pt x="20103" y="10449"/>
                      <a:pt x="20560" y="10826"/>
                    </a:cubicBezTo>
                    <a:cubicBezTo>
                      <a:pt x="21083" y="11256"/>
                      <a:pt x="21386" y="12083"/>
                      <a:pt x="21386" y="13083"/>
                    </a:cubicBezTo>
                    <a:cubicBezTo>
                      <a:pt x="21386" y="14026"/>
                      <a:pt x="21174" y="14471"/>
                      <a:pt x="20491" y="14946"/>
                    </a:cubicBezTo>
                    <a:cubicBezTo>
                      <a:pt x="20104" y="15215"/>
                      <a:pt x="19978" y="15239"/>
                      <a:pt x="19665" y="15102"/>
                    </a:cubicBezTo>
                    <a:cubicBezTo>
                      <a:pt x="19358" y="14966"/>
                      <a:pt x="19248" y="14980"/>
                      <a:pt x="18990" y="15202"/>
                    </a:cubicBezTo>
                    <a:cubicBezTo>
                      <a:pt x="18562" y="15571"/>
                      <a:pt x="18193" y="16123"/>
                      <a:pt x="18006" y="16680"/>
                    </a:cubicBezTo>
                    <a:cubicBezTo>
                      <a:pt x="17810" y="17261"/>
                      <a:pt x="17687" y="17374"/>
                      <a:pt x="17524" y="17111"/>
                    </a:cubicBezTo>
                    <a:cubicBezTo>
                      <a:pt x="17454" y="16999"/>
                      <a:pt x="17150" y="16761"/>
                      <a:pt x="16849" y="16588"/>
                    </a:cubicBezTo>
                    <a:cubicBezTo>
                      <a:pt x="16548" y="16415"/>
                      <a:pt x="16243" y="16134"/>
                      <a:pt x="16174" y="15964"/>
                    </a:cubicBezTo>
                    <a:cubicBezTo>
                      <a:pt x="16106" y="15794"/>
                      <a:pt x="15780" y="15267"/>
                      <a:pt x="15451" y="14790"/>
                    </a:cubicBezTo>
                    <a:cubicBezTo>
                      <a:pt x="15122" y="14312"/>
                      <a:pt x="14859" y="13828"/>
                      <a:pt x="14859" y="13716"/>
                    </a:cubicBezTo>
                    <a:cubicBezTo>
                      <a:pt x="14859" y="13460"/>
                      <a:pt x="14003" y="12404"/>
                      <a:pt x="13537" y="12083"/>
                    </a:cubicBezTo>
                    <a:cubicBezTo>
                      <a:pt x="13344" y="11950"/>
                      <a:pt x="12924" y="11800"/>
                      <a:pt x="12607" y="11752"/>
                    </a:cubicBezTo>
                    <a:cubicBezTo>
                      <a:pt x="12291" y="11705"/>
                      <a:pt x="11840" y="11520"/>
                      <a:pt x="11609" y="11339"/>
                    </a:cubicBezTo>
                    <a:cubicBezTo>
                      <a:pt x="11061" y="10913"/>
                      <a:pt x="10479" y="11039"/>
                      <a:pt x="9839" y="11725"/>
                    </a:cubicBezTo>
                    <a:cubicBezTo>
                      <a:pt x="9513" y="12074"/>
                      <a:pt x="9356" y="12181"/>
                      <a:pt x="9013" y="12211"/>
                    </a:cubicBezTo>
                    <a:cubicBezTo>
                      <a:pt x="8907" y="12243"/>
                      <a:pt x="8799" y="12243"/>
                      <a:pt x="8662" y="12220"/>
                    </a:cubicBezTo>
                    <a:cubicBezTo>
                      <a:pt x="8096" y="12218"/>
                      <a:pt x="7954" y="12157"/>
                      <a:pt x="7567" y="11743"/>
                    </a:cubicBezTo>
                    <a:cubicBezTo>
                      <a:pt x="6970" y="11104"/>
                      <a:pt x="6811" y="11134"/>
                      <a:pt x="6658" y="11890"/>
                    </a:cubicBezTo>
                    <a:cubicBezTo>
                      <a:pt x="6404" y="13149"/>
                      <a:pt x="5557" y="14310"/>
                      <a:pt x="5144" y="13982"/>
                    </a:cubicBezTo>
                    <a:cubicBezTo>
                      <a:pt x="5103" y="13958"/>
                      <a:pt x="5067" y="13914"/>
                      <a:pt x="5027" y="13854"/>
                    </a:cubicBezTo>
                    <a:cubicBezTo>
                      <a:pt x="4855" y="13662"/>
                      <a:pt x="4779" y="13450"/>
                      <a:pt x="4813" y="13248"/>
                    </a:cubicBezTo>
                    <a:cubicBezTo>
                      <a:pt x="4816" y="13199"/>
                      <a:pt x="4820" y="13156"/>
                      <a:pt x="4841" y="13120"/>
                    </a:cubicBezTo>
                    <a:cubicBezTo>
                      <a:pt x="4847" y="13109"/>
                      <a:pt x="4848" y="13094"/>
                      <a:pt x="4854" y="13083"/>
                    </a:cubicBezTo>
                    <a:cubicBezTo>
                      <a:pt x="4857" y="13078"/>
                      <a:pt x="4859" y="13079"/>
                      <a:pt x="4861" y="13074"/>
                    </a:cubicBezTo>
                    <a:cubicBezTo>
                      <a:pt x="5164" y="12502"/>
                      <a:pt x="5431" y="11741"/>
                      <a:pt x="5502" y="11239"/>
                    </a:cubicBezTo>
                    <a:lnTo>
                      <a:pt x="5550" y="10871"/>
                    </a:lnTo>
                    <a:cubicBezTo>
                      <a:pt x="5535" y="10786"/>
                      <a:pt x="5512" y="10713"/>
                      <a:pt x="5474" y="10651"/>
                    </a:cubicBezTo>
                    <a:lnTo>
                      <a:pt x="4944" y="10394"/>
                    </a:lnTo>
                    <a:cubicBezTo>
                      <a:pt x="4596" y="10221"/>
                      <a:pt x="4213" y="10116"/>
                      <a:pt x="4097" y="10165"/>
                    </a:cubicBezTo>
                    <a:cubicBezTo>
                      <a:pt x="3799" y="10291"/>
                      <a:pt x="3552" y="10864"/>
                      <a:pt x="3402" y="11752"/>
                    </a:cubicBezTo>
                    <a:cubicBezTo>
                      <a:pt x="3381" y="11872"/>
                      <a:pt x="3361" y="11963"/>
                      <a:pt x="3340" y="12055"/>
                    </a:cubicBezTo>
                    <a:cubicBezTo>
                      <a:pt x="3328" y="12370"/>
                      <a:pt x="3244" y="12530"/>
                      <a:pt x="2982" y="12743"/>
                    </a:cubicBezTo>
                    <a:lnTo>
                      <a:pt x="2623" y="13037"/>
                    </a:lnTo>
                    <a:lnTo>
                      <a:pt x="2582" y="12964"/>
                    </a:lnTo>
                    <a:cubicBezTo>
                      <a:pt x="2418" y="12972"/>
                      <a:pt x="2339" y="12734"/>
                      <a:pt x="2293" y="12248"/>
                    </a:cubicBezTo>
                    <a:cubicBezTo>
                      <a:pt x="2278" y="12142"/>
                      <a:pt x="2269" y="12030"/>
                      <a:pt x="2265" y="11908"/>
                    </a:cubicBezTo>
                    <a:cubicBezTo>
                      <a:pt x="2263" y="11870"/>
                      <a:pt x="2254" y="11848"/>
                      <a:pt x="2252" y="11807"/>
                    </a:cubicBezTo>
                    <a:cubicBezTo>
                      <a:pt x="2216" y="11067"/>
                      <a:pt x="2260" y="10749"/>
                      <a:pt x="2444" y="10266"/>
                    </a:cubicBezTo>
                    <a:cubicBezTo>
                      <a:pt x="2788" y="9367"/>
                      <a:pt x="2754" y="9231"/>
                      <a:pt x="2059" y="8807"/>
                    </a:cubicBezTo>
                    <a:cubicBezTo>
                      <a:pt x="1447" y="8434"/>
                      <a:pt x="1436" y="8426"/>
                      <a:pt x="1226" y="8706"/>
                    </a:cubicBezTo>
                    <a:cubicBezTo>
                      <a:pt x="1093" y="8882"/>
                      <a:pt x="986" y="9297"/>
                      <a:pt x="943" y="9798"/>
                    </a:cubicBezTo>
                    <a:cubicBezTo>
                      <a:pt x="906" y="10240"/>
                      <a:pt x="839" y="10671"/>
                      <a:pt x="792" y="10752"/>
                    </a:cubicBezTo>
                    <a:cubicBezTo>
                      <a:pt x="662" y="10978"/>
                      <a:pt x="1138" y="12390"/>
                      <a:pt x="1542" y="12973"/>
                    </a:cubicBezTo>
                    <a:cubicBezTo>
                      <a:pt x="1589" y="13040"/>
                      <a:pt x="1621" y="13101"/>
                      <a:pt x="1660" y="13165"/>
                    </a:cubicBezTo>
                    <a:cubicBezTo>
                      <a:pt x="2055" y="13838"/>
                      <a:pt x="1984" y="14384"/>
                      <a:pt x="1391" y="15285"/>
                    </a:cubicBezTo>
                    <a:cubicBezTo>
                      <a:pt x="1109" y="15714"/>
                      <a:pt x="734" y="16140"/>
                      <a:pt x="565" y="16239"/>
                    </a:cubicBezTo>
                    <a:cubicBezTo>
                      <a:pt x="395" y="16338"/>
                      <a:pt x="224" y="16555"/>
                      <a:pt x="186" y="16716"/>
                    </a:cubicBezTo>
                    <a:cubicBezTo>
                      <a:pt x="55" y="17266"/>
                      <a:pt x="-46" y="18388"/>
                      <a:pt x="21" y="18478"/>
                    </a:cubicBezTo>
                    <a:cubicBezTo>
                      <a:pt x="24" y="18481"/>
                      <a:pt x="24" y="18496"/>
                      <a:pt x="28" y="18497"/>
                    </a:cubicBezTo>
                    <a:cubicBezTo>
                      <a:pt x="75" y="18490"/>
                      <a:pt x="145" y="18128"/>
                      <a:pt x="186" y="17689"/>
                    </a:cubicBezTo>
                    <a:cubicBezTo>
                      <a:pt x="274" y="16756"/>
                      <a:pt x="460" y="16343"/>
                      <a:pt x="723" y="16478"/>
                    </a:cubicBezTo>
                    <a:cubicBezTo>
                      <a:pt x="858" y="16547"/>
                      <a:pt x="909" y="16753"/>
                      <a:pt x="909" y="17285"/>
                    </a:cubicBezTo>
                    <a:cubicBezTo>
                      <a:pt x="909" y="18164"/>
                      <a:pt x="1228" y="18880"/>
                      <a:pt x="1818" y="19304"/>
                    </a:cubicBezTo>
                    <a:lnTo>
                      <a:pt x="2059" y="19478"/>
                    </a:lnTo>
                    <a:cubicBezTo>
                      <a:pt x="2176" y="19510"/>
                      <a:pt x="2299" y="19520"/>
                      <a:pt x="2431" y="19506"/>
                    </a:cubicBezTo>
                    <a:lnTo>
                      <a:pt x="2995" y="19249"/>
                    </a:lnTo>
                    <a:cubicBezTo>
                      <a:pt x="3929" y="18825"/>
                      <a:pt x="4154" y="18878"/>
                      <a:pt x="4944" y="19735"/>
                    </a:cubicBezTo>
                    <a:cubicBezTo>
                      <a:pt x="5837" y="20705"/>
                      <a:pt x="6592" y="21045"/>
                      <a:pt x="8063" y="21121"/>
                    </a:cubicBezTo>
                    <a:cubicBezTo>
                      <a:pt x="8895" y="21164"/>
                      <a:pt x="9375" y="21121"/>
                      <a:pt x="9543" y="21002"/>
                    </a:cubicBezTo>
                    <a:cubicBezTo>
                      <a:pt x="9748" y="20856"/>
                      <a:pt x="9822" y="20869"/>
                      <a:pt x="9970" y="21066"/>
                    </a:cubicBezTo>
                    <a:cubicBezTo>
                      <a:pt x="10319" y="21530"/>
                      <a:pt x="10478" y="21291"/>
                      <a:pt x="10514" y="20268"/>
                    </a:cubicBezTo>
                    <a:cubicBezTo>
                      <a:pt x="10527" y="19905"/>
                      <a:pt x="10552" y="19682"/>
                      <a:pt x="10597" y="19478"/>
                    </a:cubicBezTo>
                    <a:cubicBezTo>
                      <a:pt x="10601" y="19461"/>
                      <a:pt x="10598" y="19441"/>
                      <a:pt x="10604" y="19423"/>
                    </a:cubicBezTo>
                    <a:cubicBezTo>
                      <a:pt x="10671" y="19155"/>
                      <a:pt x="10795" y="18921"/>
                      <a:pt x="11051" y="18506"/>
                    </a:cubicBezTo>
                    <a:cubicBezTo>
                      <a:pt x="11588" y="17636"/>
                      <a:pt x="11598" y="17486"/>
                      <a:pt x="11230" y="16450"/>
                    </a:cubicBezTo>
                    <a:cubicBezTo>
                      <a:pt x="11011" y="15831"/>
                      <a:pt x="10868" y="15755"/>
                      <a:pt x="10445" y="16047"/>
                    </a:cubicBezTo>
                    <a:cubicBezTo>
                      <a:pt x="10001" y="16353"/>
                      <a:pt x="9729" y="16347"/>
                      <a:pt x="9206" y="15992"/>
                    </a:cubicBezTo>
                    <a:cubicBezTo>
                      <a:pt x="8618" y="15592"/>
                      <a:pt x="8104" y="15590"/>
                      <a:pt x="8104" y="15992"/>
                    </a:cubicBezTo>
                    <a:cubicBezTo>
                      <a:pt x="8104" y="16156"/>
                      <a:pt x="8018" y="16324"/>
                      <a:pt x="7912" y="16368"/>
                    </a:cubicBezTo>
                    <a:cubicBezTo>
                      <a:pt x="7805" y="16411"/>
                      <a:pt x="7504" y="16578"/>
                      <a:pt x="7244" y="16735"/>
                    </a:cubicBezTo>
                    <a:cubicBezTo>
                      <a:pt x="6984" y="16891"/>
                      <a:pt x="6783" y="16977"/>
                      <a:pt x="6583" y="16992"/>
                    </a:cubicBezTo>
                    <a:cubicBezTo>
                      <a:pt x="6287" y="17014"/>
                      <a:pt x="5984" y="16880"/>
                      <a:pt x="5467" y="16560"/>
                    </a:cubicBezTo>
                    <a:cubicBezTo>
                      <a:pt x="5367" y="16499"/>
                      <a:pt x="5276" y="16445"/>
                      <a:pt x="5185" y="16395"/>
                    </a:cubicBezTo>
                    <a:cubicBezTo>
                      <a:pt x="5096" y="16349"/>
                      <a:pt x="5015" y="16314"/>
                      <a:pt x="4937" y="16276"/>
                    </a:cubicBezTo>
                    <a:cubicBezTo>
                      <a:pt x="4212" y="15941"/>
                      <a:pt x="3749" y="16043"/>
                      <a:pt x="3133" y="16616"/>
                    </a:cubicBezTo>
                    <a:cubicBezTo>
                      <a:pt x="2806" y="16919"/>
                      <a:pt x="2494" y="17166"/>
                      <a:pt x="2438" y="17166"/>
                    </a:cubicBezTo>
                    <a:cubicBezTo>
                      <a:pt x="2352" y="17166"/>
                      <a:pt x="2152" y="17064"/>
                      <a:pt x="1942" y="16928"/>
                    </a:cubicBezTo>
                    <a:cubicBezTo>
                      <a:pt x="1904" y="16928"/>
                      <a:pt x="1869" y="16909"/>
                      <a:pt x="1832" y="16854"/>
                    </a:cubicBezTo>
                    <a:cubicBezTo>
                      <a:pt x="1653" y="16730"/>
                      <a:pt x="1483" y="16590"/>
                      <a:pt x="1370" y="16469"/>
                    </a:cubicBezTo>
                    <a:lnTo>
                      <a:pt x="1109" y="16193"/>
                    </a:lnTo>
                    <a:lnTo>
                      <a:pt x="1563" y="15469"/>
                    </a:lnTo>
                    <a:cubicBezTo>
                      <a:pt x="1833" y="15034"/>
                      <a:pt x="2011" y="14586"/>
                      <a:pt x="2011" y="14358"/>
                    </a:cubicBezTo>
                    <a:cubicBezTo>
                      <a:pt x="2011" y="14149"/>
                      <a:pt x="2078" y="13866"/>
                      <a:pt x="2155" y="13725"/>
                    </a:cubicBezTo>
                    <a:cubicBezTo>
                      <a:pt x="2286" y="13486"/>
                      <a:pt x="2323" y="13476"/>
                      <a:pt x="2720" y="13698"/>
                    </a:cubicBezTo>
                    <a:cubicBezTo>
                      <a:pt x="2824" y="13755"/>
                      <a:pt x="2948" y="13809"/>
                      <a:pt x="3064" y="13844"/>
                    </a:cubicBezTo>
                    <a:cubicBezTo>
                      <a:pt x="3109" y="13851"/>
                      <a:pt x="3130" y="13856"/>
                      <a:pt x="3174" y="13863"/>
                    </a:cubicBezTo>
                    <a:cubicBezTo>
                      <a:pt x="3187" y="13865"/>
                      <a:pt x="3209" y="13869"/>
                      <a:pt x="3223" y="13872"/>
                    </a:cubicBezTo>
                    <a:cubicBezTo>
                      <a:pt x="3300" y="13886"/>
                      <a:pt x="3384" y="13907"/>
                      <a:pt x="3436" y="13900"/>
                    </a:cubicBezTo>
                    <a:cubicBezTo>
                      <a:pt x="3596" y="13878"/>
                      <a:pt x="4012" y="14049"/>
                      <a:pt x="4359" y="14276"/>
                    </a:cubicBezTo>
                    <a:cubicBezTo>
                      <a:pt x="4831" y="14585"/>
                      <a:pt x="5525" y="14787"/>
                      <a:pt x="6066" y="14808"/>
                    </a:cubicBezTo>
                    <a:cubicBezTo>
                      <a:pt x="6261" y="14811"/>
                      <a:pt x="6440" y="14790"/>
                      <a:pt x="6590" y="14753"/>
                    </a:cubicBezTo>
                    <a:cubicBezTo>
                      <a:pt x="6938" y="14630"/>
                      <a:pt x="7494" y="13870"/>
                      <a:pt x="7671" y="13276"/>
                    </a:cubicBezTo>
                    <a:cubicBezTo>
                      <a:pt x="7898" y="12509"/>
                      <a:pt x="7951" y="12464"/>
                      <a:pt x="8455" y="12615"/>
                    </a:cubicBezTo>
                    <a:cubicBezTo>
                      <a:pt x="8983" y="12773"/>
                      <a:pt x="9629" y="12506"/>
                      <a:pt x="10094" y="11936"/>
                    </a:cubicBezTo>
                    <a:cubicBezTo>
                      <a:pt x="10568" y="11355"/>
                      <a:pt x="10803" y="11253"/>
                      <a:pt x="11072" y="11505"/>
                    </a:cubicBezTo>
                    <a:cubicBezTo>
                      <a:pt x="11398" y="11809"/>
                      <a:pt x="11375" y="11976"/>
                      <a:pt x="10920" y="12597"/>
                    </a:cubicBezTo>
                    <a:cubicBezTo>
                      <a:pt x="10472" y="13208"/>
                      <a:pt x="10301" y="14060"/>
                      <a:pt x="10549" y="14459"/>
                    </a:cubicBezTo>
                    <a:cubicBezTo>
                      <a:pt x="10660" y="14639"/>
                      <a:pt x="10892" y="14813"/>
                      <a:pt x="11148" y="14955"/>
                    </a:cubicBezTo>
                    <a:cubicBezTo>
                      <a:pt x="11198" y="14981"/>
                      <a:pt x="11239" y="15013"/>
                      <a:pt x="11292" y="15037"/>
                    </a:cubicBezTo>
                    <a:cubicBezTo>
                      <a:pt x="11369" y="15073"/>
                      <a:pt x="11449" y="15093"/>
                      <a:pt x="11526" y="15120"/>
                    </a:cubicBezTo>
                    <a:cubicBezTo>
                      <a:pt x="11602" y="15147"/>
                      <a:pt x="11672" y="15176"/>
                      <a:pt x="11740" y="15193"/>
                    </a:cubicBezTo>
                    <a:cubicBezTo>
                      <a:pt x="11858" y="15219"/>
                      <a:pt x="11970" y="15232"/>
                      <a:pt x="12063" y="15221"/>
                    </a:cubicBezTo>
                    <a:cubicBezTo>
                      <a:pt x="12445" y="15177"/>
                      <a:pt x="12473" y="15198"/>
                      <a:pt x="12442" y="15551"/>
                    </a:cubicBezTo>
                    <a:cubicBezTo>
                      <a:pt x="12394" y="16103"/>
                      <a:pt x="13145" y="17210"/>
                      <a:pt x="13585" y="17230"/>
                    </a:cubicBezTo>
                    <a:cubicBezTo>
                      <a:pt x="13881" y="17244"/>
                      <a:pt x="13921" y="17298"/>
                      <a:pt x="13971" y="17827"/>
                    </a:cubicBezTo>
                    <a:cubicBezTo>
                      <a:pt x="14014" y="18288"/>
                      <a:pt x="14104" y="18485"/>
                      <a:pt x="14405" y="18754"/>
                    </a:cubicBezTo>
                    <a:cubicBezTo>
                      <a:pt x="15258" y="19518"/>
                      <a:pt x="15755" y="19386"/>
                      <a:pt x="16133" y="18304"/>
                    </a:cubicBezTo>
                    <a:cubicBezTo>
                      <a:pt x="16281" y="17881"/>
                      <a:pt x="16408" y="17390"/>
                      <a:pt x="16408" y="17212"/>
                    </a:cubicBezTo>
                    <a:cubicBezTo>
                      <a:pt x="16409" y="17105"/>
                      <a:pt x="16428" y="17010"/>
                      <a:pt x="16456" y="16928"/>
                    </a:cubicBezTo>
                    <a:cubicBezTo>
                      <a:pt x="16468" y="16896"/>
                      <a:pt x="16482" y="16867"/>
                      <a:pt x="16498" y="16845"/>
                    </a:cubicBezTo>
                    <a:cubicBezTo>
                      <a:pt x="16506" y="16832"/>
                      <a:pt x="16509" y="16806"/>
                      <a:pt x="16518" y="16799"/>
                    </a:cubicBezTo>
                    <a:cubicBezTo>
                      <a:pt x="16522" y="16796"/>
                      <a:pt x="16535" y="16801"/>
                      <a:pt x="16539" y="16799"/>
                    </a:cubicBezTo>
                    <a:cubicBezTo>
                      <a:pt x="16605" y="16749"/>
                      <a:pt x="16683" y="16776"/>
                      <a:pt x="16766" y="16891"/>
                    </a:cubicBezTo>
                    <a:cubicBezTo>
                      <a:pt x="17129" y="17153"/>
                      <a:pt x="17737" y="17829"/>
                      <a:pt x="17737" y="18047"/>
                    </a:cubicBezTo>
                    <a:cubicBezTo>
                      <a:pt x="17737" y="18219"/>
                      <a:pt x="18004" y="18719"/>
                      <a:pt x="18233" y="19056"/>
                    </a:cubicBezTo>
                    <a:cubicBezTo>
                      <a:pt x="18361" y="19210"/>
                      <a:pt x="18475" y="19339"/>
                      <a:pt x="18556" y="19368"/>
                    </a:cubicBezTo>
                    <a:cubicBezTo>
                      <a:pt x="18705" y="19280"/>
                      <a:pt x="18582" y="18692"/>
                      <a:pt x="18274" y="18120"/>
                    </a:cubicBezTo>
                    <a:cubicBezTo>
                      <a:pt x="18103" y="17803"/>
                      <a:pt x="18020" y="17633"/>
                      <a:pt x="17999" y="17478"/>
                    </a:cubicBezTo>
                    <a:lnTo>
                      <a:pt x="17930" y="17340"/>
                    </a:lnTo>
                    <a:lnTo>
                      <a:pt x="18033" y="17148"/>
                    </a:lnTo>
                    <a:cubicBezTo>
                      <a:pt x="18044" y="17106"/>
                      <a:pt x="18052" y="17069"/>
                      <a:pt x="18068" y="17019"/>
                    </a:cubicBezTo>
                    <a:cubicBezTo>
                      <a:pt x="18145" y="16770"/>
                      <a:pt x="18436" y="16266"/>
                      <a:pt x="18715" y="15900"/>
                    </a:cubicBezTo>
                    <a:cubicBezTo>
                      <a:pt x="19215" y="15243"/>
                      <a:pt x="19226" y="15237"/>
                      <a:pt x="19789" y="15331"/>
                    </a:cubicBezTo>
                    <a:cubicBezTo>
                      <a:pt x="20294" y="15415"/>
                      <a:pt x="20644" y="15306"/>
                      <a:pt x="20994" y="14936"/>
                    </a:cubicBezTo>
                    <a:lnTo>
                      <a:pt x="21097" y="14790"/>
                    </a:lnTo>
                    <a:lnTo>
                      <a:pt x="21421" y="14349"/>
                    </a:lnTo>
                    <a:cubicBezTo>
                      <a:pt x="21532" y="14111"/>
                      <a:pt x="21554" y="13847"/>
                      <a:pt x="21552" y="13211"/>
                    </a:cubicBezTo>
                    <a:cubicBezTo>
                      <a:pt x="21547" y="11883"/>
                      <a:pt x="21217" y="10897"/>
                      <a:pt x="20677" y="10596"/>
                    </a:cubicBezTo>
                    <a:cubicBezTo>
                      <a:pt x="20087" y="10267"/>
                      <a:pt x="19783" y="10332"/>
                      <a:pt x="19121" y="10917"/>
                    </a:cubicBezTo>
                    <a:cubicBezTo>
                      <a:pt x="18614" y="11366"/>
                      <a:pt x="18450" y="11439"/>
                      <a:pt x="18116" y="11367"/>
                    </a:cubicBezTo>
                    <a:cubicBezTo>
                      <a:pt x="17623" y="11260"/>
                      <a:pt x="17445" y="11070"/>
                      <a:pt x="17172" y="10358"/>
                    </a:cubicBezTo>
                    <a:cubicBezTo>
                      <a:pt x="17119" y="10218"/>
                      <a:pt x="17075" y="10060"/>
                      <a:pt x="17042" y="9899"/>
                    </a:cubicBezTo>
                    <a:cubicBezTo>
                      <a:pt x="17036" y="9871"/>
                      <a:pt x="17033" y="9844"/>
                      <a:pt x="17028" y="9816"/>
                    </a:cubicBezTo>
                    <a:cubicBezTo>
                      <a:pt x="17003" y="9703"/>
                      <a:pt x="16989" y="9596"/>
                      <a:pt x="16987" y="9495"/>
                    </a:cubicBezTo>
                    <a:cubicBezTo>
                      <a:pt x="16948" y="9110"/>
                      <a:pt x="16971" y="8765"/>
                      <a:pt x="17076" y="8678"/>
                    </a:cubicBezTo>
                    <a:cubicBezTo>
                      <a:pt x="17254" y="8532"/>
                      <a:pt x="17118" y="8380"/>
                      <a:pt x="16449" y="7944"/>
                    </a:cubicBezTo>
                    <a:cubicBezTo>
                      <a:pt x="16235" y="7805"/>
                      <a:pt x="16083" y="7722"/>
                      <a:pt x="15940" y="7669"/>
                    </a:cubicBezTo>
                    <a:cubicBezTo>
                      <a:pt x="15782" y="7629"/>
                      <a:pt x="15620" y="7614"/>
                      <a:pt x="15458" y="7614"/>
                    </a:cubicBezTo>
                    <a:cubicBezTo>
                      <a:pt x="15385" y="7620"/>
                      <a:pt x="15320" y="7618"/>
                      <a:pt x="15231" y="7632"/>
                    </a:cubicBezTo>
                    <a:cubicBezTo>
                      <a:pt x="14973" y="7673"/>
                      <a:pt x="14813" y="7679"/>
                      <a:pt x="14714" y="7651"/>
                    </a:cubicBezTo>
                    <a:cubicBezTo>
                      <a:pt x="14645" y="7631"/>
                      <a:pt x="14602" y="7597"/>
                      <a:pt x="14590" y="7541"/>
                    </a:cubicBezTo>
                    <a:cubicBezTo>
                      <a:pt x="14569" y="7438"/>
                      <a:pt x="14506" y="7093"/>
                      <a:pt x="14453" y="6770"/>
                    </a:cubicBezTo>
                    <a:cubicBezTo>
                      <a:pt x="14368" y="6252"/>
                      <a:pt x="14301" y="6150"/>
                      <a:pt x="13861" y="5926"/>
                    </a:cubicBezTo>
                    <a:cubicBezTo>
                      <a:pt x="13240" y="5610"/>
                      <a:pt x="12357" y="5589"/>
                      <a:pt x="11940" y="5880"/>
                    </a:cubicBezTo>
                    <a:cubicBezTo>
                      <a:pt x="11862" y="5934"/>
                      <a:pt x="11809" y="5967"/>
                      <a:pt x="11754" y="5999"/>
                    </a:cubicBezTo>
                    <a:cubicBezTo>
                      <a:pt x="11713" y="6041"/>
                      <a:pt x="11673" y="6064"/>
                      <a:pt x="11637" y="6054"/>
                    </a:cubicBezTo>
                    <a:cubicBezTo>
                      <a:pt x="11475" y="6110"/>
                      <a:pt x="11406" y="6015"/>
                      <a:pt x="11292" y="5696"/>
                    </a:cubicBezTo>
                    <a:cubicBezTo>
                      <a:pt x="11111" y="5186"/>
                      <a:pt x="10083" y="4478"/>
                      <a:pt x="9516" y="4476"/>
                    </a:cubicBezTo>
                    <a:cubicBezTo>
                      <a:pt x="9161" y="4474"/>
                      <a:pt x="9018" y="4587"/>
                      <a:pt x="8504" y="5283"/>
                    </a:cubicBezTo>
                    <a:cubicBezTo>
                      <a:pt x="8052" y="5895"/>
                      <a:pt x="7879" y="6055"/>
                      <a:pt x="7794" y="5917"/>
                    </a:cubicBezTo>
                    <a:cubicBezTo>
                      <a:pt x="7733" y="5816"/>
                      <a:pt x="7600" y="5139"/>
                      <a:pt x="7498" y="4412"/>
                    </a:cubicBezTo>
                    <a:cubicBezTo>
                      <a:pt x="7323" y="3157"/>
                      <a:pt x="7320" y="3078"/>
                      <a:pt x="7505" y="2898"/>
                    </a:cubicBezTo>
                    <a:cubicBezTo>
                      <a:pt x="7613" y="2793"/>
                      <a:pt x="7736" y="2705"/>
                      <a:pt x="7781" y="2705"/>
                    </a:cubicBezTo>
                    <a:cubicBezTo>
                      <a:pt x="7892" y="2705"/>
                      <a:pt x="8891" y="180"/>
                      <a:pt x="8848" y="7"/>
                    </a:cubicBezTo>
                    <a:close/>
                    <a:moveTo>
                      <a:pt x="13468" y="12743"/>
                    </a:moveTo>
                    <a:cubicBezTo>
                      <a:pt x="13776" y="12743"/>
                      <a:pt x="14013" y="13269"/>
                      <a:pt x="13950" y="13817"/>
                    </a:cubicBezTo>
                    <a:cubicBezTo>
                      <a:pt x="13918" y="14098"/>
                      <a:pt x="12946" y="14718"/>
                      <a:pt x="12814" y="14542"/>
                    </a:cubicBezTo>
                    <a:cubicBezTo>
                      <a:pt x="12780" y="14497"/>
                      <a:pt x="12752" y="14142"/>
                      <a:pt x="12752" y="13753"/>
                    </a:cubicBezTo>
                    <a:cubicBezTo>
                      <a:pt x="12752" y="12979"/>
                      <a:pt x="12922" y="12743"/>
                      <a:pt x="13468" y="12743"/>
                    </a:cubicBezTo>
                    <a:close/>
                    <a:moveTo>
                      <a:pt x="15148" y="15248"/>
                    </a:moveTo>
                    <a:cubicBezTo>
                      <a:pt x="15178" y="15248"/>
                      <a:pt x="15299" y="15320"/>
                      <a:pt x="15417" y="15404"/>
                    </a:cubicBezTo>
                    <a:cubicBezTo>
                      <a:pt x="15747" y="15640"/>
                      <a:pt x="15673" y="15957"/>
                      <a:pt x="15231" y="16203"/>
                    </a:cubicBezTo>
                    <a:cubicBezTo>
                      <a:pt x="14755" y="16468"/>
                      <a:pt x="14774" y="16472"/>
                      <a:pt x="14687" y="16285"/>
                    </a:cubicBezTo>
                    <a:cubicBezTo>
                      <a:pt x="14623" y="16148"/>
                      <a:pt x="15024" y="15248"/>
                      <a:pt x="15148" y="15248"/>
                    </a:cubicBezTo>
                    <a:close/>
                    <a:moveTo>
                      <a:pt x="4207" y="16239"/>
                    </a:moveTo>
                    <a:cubicBezTo>
                      <a:pt x="4371" y="16240"/>
                      <a:pt x="4880" y="16457"/>
                      <a:pt x="5336" y="16726"/>
                    </a:cubicBezTo>
                    <a:cubicBezTo>
                      <a:pt x="6283" y="17282"/>
                      <a:pt x="6624" y="17307"/>
                      <a:pt x="7361" y="16872"/>
                    </a:cubicBezTo>
                    <a:cubicBezTo>
                      <a:pt x="7918" y="16544"/>
                      <a:pt x="8104" y="16574"/>
                      <a:pt x="8104" y="17010"/>
                    </a:cubicBezTo>
                    <a:cubicBezTo>
                      <a:pt x="8104" y="17190"/>
                      <a:pt x="8315" y="17430"/>
                      <a:pt x="8738" y="17726"/>
                    </a:cubicBezTo>
                    <a:cubicBezTo>
                      <a:pt x="9329" y="18139"/>
                      <a:pt x="9370" y="18212"/>
                      <a:pt x="9337" y="18643"/>
                    </a:cubicBezTo>
                    <a:cubicBezTo>
                      <a:pt x="9317" y="18899"/>
                      <a:pt x="9362" y="19199"/>
                      <a:pt x="9433" y="19313"/>
                    </a:cubicBezTo>
                    <a:cubicBezTo>
                      <a:pt x="9504" y="19427"/>
                      <a:pt x="9536" y="19604"/>
                      <a:pt x="9509" y="19708"/>
                    </a:cubicBezTo>
                    <a:cubicBezTo>
                      <a:pt x="9481" y="19812"/>
                      <a:pt x="9500" y="20042"/>
                      <a:pt x="9550" y="20222"/>
                    </a:cubicBezTo>
                    <a:cubicBezTo>
                      <a:pt x="9621" y="20475"/>
                      <a:pt x="9586" y="20606"/>
                      <a:pt x="9399" y="20781"/>
                    </a:cubicBezTo>
                    <a:cubicBezTo>
                      <a:pt x="9232" y="20937"/>
                      <a:pt x="8915" y="21003"/>
                      <a:pt x="8380" y="20992"/>
                    </a:cubicBezTo>
                    <a:cubicBezTo>
                      <a:pt x="6906" y="20964"/>
                      <a:pt x="5916" y="20492"/>
                      <a:pt x="4958" y="19387"/>
                    </a:cubicBezTo>
                    <a:cubicBezTo>
                      <a:pt x="4291" y="18618"/>
                      <a:pt x="3826" y="18506"/>
                      <a:pt x="3078" y="18919"/>
                    </a:cubicBezTo>
                    <a:cubicBezTo>
                      <a:pt x="2365" y="19313"/>
                      <a:pt x="2120" y="19316"/>
                      <a:pt x="1749" y="18928"/>
                    </a:cubicBezTo>
                    <a:cubicBezTo>
                      <a:pt x="918" y="18057"/>
                      <a:pt x="941" y="16508"/>
                      <a:pt x="1777" y="17084"/>
                    </a:cubicBezTo>
                    <a:cubicBezTo>
                      <a:pt x="2295" y="17441"/>
                      <a:pt x="2674" y="17363"/>
                      <a:pt x="3319" y="16772"/>
                    </a:cubicBezTo>
                    <a:cubicBezTo>
                      <a:pt x="3643" y="16474"/>
                      <a:pt x="4044" y="16239"/>
                      <a:pt x="4207" y="16239"/>
                    </a:cubicBezTo>
                    <a:close/>
                  </a:path>
                </a:pathLst>
              </a:custGeom>
              <a:noFill/>
              <a:ln>
                <a:noFill/>
              </a:ln>
            </p:spPr>
          </p:pic>
        </p:grpSp>
        <p:grpSp>
          <p:nvGrpSpPr>
            <p:cNvPr id="470" name="Google Shape;470;p37"/>
            <p:cNvGrpSpPr/>
            <p:nvPr/>
          </p:nvGrpSpPr>
          <p:grpSpPr>
            <a:xfrm>
              <a:off x="296684" y="6871197"/>
              <a:ext cx="1451100" cy="1451100"/>
              <a:chOff x="0" y="0"/>
              <a:chExt cx="1451100" cy="1451100"/>
            </a:xfrm>
          </p:grpSpPr>
          <p:sp>
            <p:nvSpPr>
              <p:cNvPr id="471" name="Google Shape;471;p37"/>
              <p:cNvSpPr/>
              <p:nvPr/>
            </p:nvSpPr>
            <p:spPr>
              <a:xfrm>
                <a:off x="0" y="0"/>
                <a:ext cx="1451100" cy="1451100"/>
              </a:xfrm>
              <a:prstGeom prst="ellipse">
                <a:avLst/>
              </a:prstGeom>
              <a:solidFill>
                <a:srgbClr val="950D5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72" name="Google Shape;472;p37"/>
              <p:cNvSpPr/>
              <p:nvPr/>
            </p:nvSpPr>
            <p:spPr>
              <a:xfrm>
                <a:off x="334018" y="375394"/>
                <a:ext cx="806032" cy="700380"/>
              </a:xfrm>
              <a:custGeom>
                <a:rect b="b" l="l" r="r" t="t"/>
                <a:pathLst>
                  <a:path extrusionOk="0" h="21600" w="20825">
                    <a:moveTo>
                      <a:pt x="2726" y="0"/>
                    </a:moveTo>
                    <a:cubicBezTo>
                      <a:pt x="2262" y="0"/>
                      <a:pt x="1792" y="142"/>
                      <a:pt x="1361" y="440"/>
                    </a:cubicBezTo>
                    <a:cubicBezTo>
                      <a:pt x="57" y="1343"/>
                      <a:pt x="-387" y="3336"/>
                      <a:pt x="369" y="4892"/>
                    </a:cubicBezTo>
                    <a:cubicBezTo>
                      <a:pt x="875" y="5935"/>
                      <a:pt x="1791" y="6516"/>
                      <a:pt x="2733" y="6516"/>
                    </a:cubicBezTo>
                    <a:cubicBezTo>
                      <a:pt x="2959" y="6516"/>
                      <a:pt x="3186" y="6484"/>
                      <a:pt x="3410" y="6415"/>
                    </a:cubicBezTo>
                    <a:lnTo>
                      <a:pt x="4436" y="8528"/>
                    </a:lnTo>
                    <a:cubicBezTo>
                      <a:pt x="3958" y="9115"/>
                      <a:pt x="3662" y="9916"/>
                      <a:pt x="3662" y="10800"/>
                    </a:cubicBezTo>
                    <a:cubicBezTo>
                      <a:pt x="3662" y="11684"/>
                      <a:pt x="3958" y="12485"/>
                      <a:pt x="4436" y="13072"/>
                    </a:cubicBezTo>
                    <a:lnTo>
                      <a:pt x="3410" y="15187"/>
                    </a:lnTo>
                    <a:cubicBezTo>
                      <a:pt x="3186" y="15119"/>
                      <a:pt x="2959" y="15084"/>
                      <a:pt x="2733" y="15084"/>
                    </a:cubicBezTo>
                    <a:cubicBezTo>
                      <a:pt x="1791" y="15084"/>
                      <a:pt x="875" y="15665"/>
                      <a:pt x="369" y="16708"/>
                    </a:cubicBezTo>
                    <a:cubicBezTo>
                      <a:pt x="-387" y="18264"/>
                      <a:pt x="57" y="20259"/>
                      <a:pt x="1361" y="21162"/>
                    </a:cubicBezTo>
                    <a:cubicBezTo>
                      <a:pt x="1792" y="21460"/>
                      <a:pt x="2262" y="21600"/>
                      <a:pt x="2726" y="21600"/>
                    </a:cubicBezTo>
                    <a:cubicBezTo>
                      <a:pt x="3668" y="21600"/>
                      <a:pt x="4584" y="21018"/>
                      <a:pt x="5090" y="19976"/>
                    </a:cubicBezTo>
                    <a:cubicBezTo>
                      <a:pt x="5718" y="18683"/>
                      <a:pt x="5518" y="17090"/>
                      <a:pt x="4685" y="16070"/>
                    </a:cubicBezTo>
                    <a:lnTo>
                      <a:pt x="5711" y="13956"/>
                    </a:lnTo>
                    <a:cubicBezTo>
                      <a:pt x="5929" y="14023"/>
                      <a:pt x="6157" y="14058"/>
                      <a:pt x="6392" y="14058"/>
                    </a:cubicBezTo>
                    <a:cubicBezTo>
                      <a:pt x="7643" y="14058"/>
                      <a:pt x="8698" y="13052"/>
                      <a:pt x="9020" y="11681"/>
                    </a:cubicBezTo>
                    <a:lnTo>
                      <a:pt x="11805" y="11681"/>
                    </a:lnTo>
                    <a:cubicBezTo>
                      <a:pt x="12127" y="13052"/>
                      <a:pt x="13181" y="14058"/>
                      <a:pt x="14433" y="14058"/>
                    </a:cubicBezTo>
                    <a:cubicBezTo>
                      <a:pt x="14667" y="14058"/>
                      <a:pt x="14896" y="14023"/>
                      <a:pt x="15113" y="13956"/>
                    </a:cubicBezTo>
                    <a:lnTo>
                      <a:pt x="16139" y="16070"/>
                    </a:lnTo>
                    <a:cubicBezTo>
                      <a:pt x="15307" y="17090"/>
                      <a:pt x="15106" y="18683"/>
                      <a:pt x="15734" y="19976"/>
                    </a:cubicBezTo>
                    <a:cubicBezTo>
                      <a:pt x="16240" y="21018"/>
                      <a:pt x="17156" y="21600"/>
                      <a:pt x="18098" y="21600"/>
                    </a:cubicBezTo>
                    <a:cubicBezTo>
                      <a:pt x="18563" y="21600"/>
                      <a:pt x="19033" y="21460"/>
                      <a:pt x="19464" y="21162"/>
                    </a:cubicBezTo>
                    <a:cubicBezTo>
                      <a:pt x="20768" y="20259"/>
                      <a:pt x="21213" y="18264"/>
                      <a:pt x="20457" y="16708"/>
                    </a:cubicBezTo>
                    <a:cubicBezTo>
                      <a:pt x="19951" y="15665"/>
                      <a:pt x="19035" y="15083"/>
                      <a:pt x="18093" y="15084"/>
                    </a:cubicBezTo>
                    <a:cubicBezTo>
                      <a:pt x="17867" y="15084"/>
                      <a:pt x="17640" y="15119"/>
                      <a:pt x="17416" y="15187"/>
                    </a:cubicBezTo>
                    <a:lnTo>
                      <a:pt x="16388" y="13072"/>
                    </a:lnTo>
                    <a:cubicBezTo>
                      <a:pt x="16867" y="12485"/>
                      <a:pt x="17162" y="11684"/>
                      <a:pt x="17162" y="10800"/>
                    </a:cubicBezTo>
                    <a:cubicBezTo>
                      <a:pt x="17162" y="9916"/>
                      <a:pt x="16867" y="9115"/>
                      <a:pt x="16388" y="8528"/>
                    </a:cubicBezTo>
                    <a:lnTo>
                      <a:pt x="17416" y="6415"/>
                    </a:lnTo>
                    <a:cubicBezTo>
                      <a:pt x="17640" y="6484"/>
                      <a:pt x="17867" y="6516"/>
                      <a:pt x="18093" y="6516"/>
                    </a:cubicBezTo>
                    <a:cubicBezTo>
                      <a:pt x="19035" y="6516"/>
                      <a:pt x="19951" y="5935"/>
                      <a:pt x="20457" y="4892"/>
                    </a:cubicBezTo>
                    <a:cubicBezTo>
                      <a:pt x="21213" y="3336"/>
                      <a:pt x="20768" y="1343"/>
                      <a:pt x="19464" y="440"/>
                    </a:cubicBezTo>
                    <a:cubicBezTo>
                      <a:pt x="19033" y="142"/>
                      <a:pt x="18563" y="0"/>
                      <a:pt x="18098" y="0"/>
                    </a:cubicBezTo>
                    <a:cubicBezTo>
                      <a:pt x="17156" y="0"/>
                      <a:pt x="16240" y="582"/>
                      <a:pt x="15734" y="1624"/>
                    </a:cubicBezTo>
                    <a:cubicBezTo>
                      <a:pt x="15106" y="2917"/>
                      <a:pt x="15307" y="4510"/>
                      <a:pt x="16139" y="5530"/>
                    </a:cubicBezTo>
                    <a:lnTo>
                      <a:pt x="15113" y="7644"/>
                    </a:lnTo>
                    <a:cubicBezTo>
                      <a:pt x="14896" y="7577"/>
                      <a:pt x="14667" y="7542"/>
                      <a:pt x="14433" y="7542"/>
                    </a:cubicBezTo>
                    <a:cubicBezTo>
                      <a:pt x="13181" y="7542"/>
                      <a:pt x="12127" y="8548"/>
                      <a:pt x="11805" y="9919"/>
                    </a:cubicBezTo>
                    <a:lnTo>
                      <a:pt x="9020" y="9919"/>
                    </a:lnTo>
                    <a:cubicBezTo>
                      <a:pt x="8698" y="8548"/>
                      <a:pt x="7643" y="7542"/>
                      <a:pt x="6392" y="7542"/>
                    </a:cubicBezTo>
                    <a:cubicBezTo>
                      <a:pt x="6157" y="7542"/>
                      <a:pt x="5929" y="7577"/>
                      <a:pt x="5711" y="7644"/>
                    </a:cubicBezTo>
                    <a:lnTo>
                      <a:pt x="4685" y="5530"/>
                    </a:lnTo>
                    <a:cubicBezTo>
                      <a:pt x="5518" y="4510"/>
                      <a:pt x="5718" y="2917"/>
                      <a:pt x="5090" y="1624"/>
                    </a:cubicBezTo>
                    <a:cubicBezTo>
                      <a:pt x="4584" y="582"/>
                      <a:pt x="3668" y="0"/>
                      <a:pt x="2726" y="0"/>
                    </a:cubicBezTo>
                    <a:close/>
                    <a:moveTo>
                      <a:pt x="2728" y="1761"/>
                    </a:moveTo>
                    <a:cubicBezTo>
                      <a:pt x="3175" y="1761"/>
                      <a:pt x="3591" y="2046"/>
                      <a:pt x="3815" y="2507"/>
                    </a:cubicBezTo>
                    <a:cubicBezTo>
                      <a:pt x="3983" y="2853"/>
                      <a:pt x="4027" y="3257"/>
                      <a:pt x="3941" y="3644"/>
                    </a:cubicBezTo>
                    <a:cubicBezTo>
                      <a:pt x="3855" y="4030"/>
                      <a:pt x="3649" y="4353"/>
                      <a:pt x="3359" y="4554"/>
                    </a:cubicBezTo>
                    <a:cubicBezTo>
                      <a:pt x="3165" y="4688"/>
                      <a:pt x="2954" y="4755"/>
                      <a:pt x="2733" y="4755"/>
                    </a:cubicBezTo>
                    <a:cubicBezTo>
                      <a:pt x="2286" y="4755"/>
                      <a:pt x="1868" y="4470"/>
                      <a:pt x="1644" y="4010"/>
                    </a:cubicBezTo>
                    <a:cubicBezTo>
                      <a:pt x="1476" y="3664"/>
                      <a:pt x="1432" y="3259"/>
                      <a:pt x="1518" y="2873"/>
                    </a:cubicBezTo>
                    <a:cubicBezTo>
                      <a:pt x="1604" y="2486"/>
                      <a:pt x="1810" y="2163"/>
                      <a:pt x="2100" y="1963"/>
                    </a:cubicBezTo>
                    <a:cubicBezTo>
                      <a:pt x="2294" y="1828"/>
                      <a:pt x="2506" y="1761"/>
                      <a:pt x="2728" y="1761"/>
                    </a:cubicBezTo>
                    <a:close/>
                    <a:moveTo>
                      <a:pt x="18098" y="1761"/>
                    </a:moveTo>
                    <a:cubicBezTo>
                      <a:pt x="18320" y="1761"/>
                      <a:pt x="18530" y="1829"/>
                      <a:pt x="18724" y="1963"/>
                    </a:cubicBezTo>
                    <a:cubicBezTo>
                      <a:pt x="19014" y="2163"/>
                      <a:pt x="19222" y="2486"/>
                      <a:pt x="19308" y="2873"/>
                    </a:cubicBezTo>
                    <a:cubicBezTo>
                      <a:pt x="19394" y="3259"/>
                      <a:pt x="19348" y="3664"/>
                      <a:pt x="19180" y="4010"/>
                    </a:cubicBezTo>
                    <a:cubicBezTo>
                      <a:pt x="18956" y="4470"/>
                      <a:pt x="18540" y="4755"/>
                      <a:pt x="18093" y="4755"/>
                    </a:cubicBezTo>
                    <a:cubicBezTo>
                      <a:pt x="17872" y="4755"/>
                      <a:pt x="17661" y="4688"/>
                      <a:pt x="17467" y="4554"/>
                    </a:cubicBezTo>
                    <a:cubicBezTo>
                      <a:pt x="17177" y="4353"/>
                      <a:pt x="16969" y="4030"/>
                      <a:pt x="16883" y="3644"/>
                    </a:cubicBezTo>
                    <a:cubicBezTo>
                      <a:pt x="16797" y="3257"/>
                      <a:pt x="16843" y="2853"/>
                      <a:pt x="17011" y="2507"/>
                    </a:cubicBezTo>
                    <a:cubicBezTo>
                      <a:pt x="17235" y="2046"/>
                      <a:pt x="17651" y="1761"/>
                      <a:pt x="18098" y="1761"/>
                    </a:cubicBezTo>
                    <a:close/>
                    <a:moveTo>
                      <a:pt x="2733" y="16845"/>
                    </a:moveTo>
                    <a:cubicBezTo>
                      <a:pt x="2954" y="16845"/>
                      <a:pt x="3165" y="16912"/>
                      <a:pt x="3359" y="17046"/>
                    </a:cubicBezTo>
                    <a:cubicBezTo>
                      <a:pt x="3649" y="17247"/>
                      <a:pt x="3855" y="17572"/>
                      <a:pt x="3941" y="17958"/>
                    </a:cubicBezTo>
                    <a:cubicBezTo>
                      <a:pt x="4027" y="18345"/>
                      <a:pt x="3983" y="18747"/>
                      <a:pt x="3815" y="19093"/>
                    </a:cubicBezTo>
                    <a:cubicBezTo>
                      <a:pt x="3591" y="19554"/>
                      <a:pt x="3175" y="19841"/>
                      <a:pt x="2728" y="19841"/>
                    </a:cubicBezTo>
                    <a:cubicBezTo>
                      <a:pt x="2506" y="19841"/>
                      <a:pt x="2294" y="19772"/>
                      <a:pt x="2100" y="19637"/>
                    </a:cubicBezTo>
                    <a:cubicBezTo>
                      <a:pt x="1810" y="19437"/>
                      <a:pt x="1604" y="19114"/>
                      <a:pt x="1518" y="18727"/>
                    </a:cubicBezTo>
                    <a:cubicBezTo>
                      <a:pt x="1432" y="18341"/>
                      <a:pt x="1476" y="17938"/>
                      <a:pt x="1644" y="17592"/>
                    </a:cubicBezTo>
                    <a:cubicBezTo>
                      <a:pt x="1868" y="17132"/>
                      <a:pt x="2286" y="16845"/>
                      <a:pt x="2733" y="16845"/>
                    </a:cubicBezTo>
                    <a:close/>
                    <a:moveTo>
                      <a:pt x="18093" y="16845"/>
                    </a:moveTo>
                    <a:cubicBezTo>
                      <a:pt x="18540" y="16845"/>
                      <a:pt x="18956" y="17132"/>
                      <a:pt x="19180" y="17592"/>
                    </a:cubicBezTo>
                    <a:cubicBezTo>
                      <a:pt x="19348" y="17938"/>
                      <a:pt x="19394" y="18341"/>
                      <a:pt x="19308" y="18727"/>
                    </a:cubicBezTo>
                    <a:cubicBezTo>
                      <a:pt x="19222" y="19114"/>
                      <a:pt x="19014" y="19437"/>
                      <a:pt x="18724" y="19637"/>
                    </a:cubicBezTo>
                    <a:cubicBezTo>
                      <a:pt x="18530" y="19772"/>
                      <a:pt x="18320" y="19839"/>
                      <a:pt x="18098" y="19839"/>
                    </a:cubicBezTo>
                    <a:cubicBezTo>
                      <a:pt x="17651" y="19839"/>
                      <a:pt x="17235" y="19554"/>
                      <a:pt x="17011" y="19093"/>
                    </a:cubicBezTo>
                    <a:cubicBezTo>
                      <a:pt x="16843" y="18747"/>
                      <a:pt x="16797" y="18345"/>
                      <a:pt x="16883" y="17958"/>
                    </a:cubicBezTo>
                    <a:cubicBezTo>
                      <a:pt x="16969" y="17572"/>
                      <a:pt x="17177" y="17247"/>
                      <a:pt x="17467" y="17046"/>
                    </a:cubicBezTo>
                    <a:cubicBezTo>
                      <a:pt x="17661" y="16912"/>
                      <a:pt x="17872" y="16845"/>
                      <a:pt x="18093" y="16845"/>
                    </a:cubicBezTo>
                    <a:close/>
                  </a:path>
                </a:pathLst>
              </a:custGeom>
              <a:solidFill>
                <a:srgbClr val="6FA8E7"/>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sp>
        <p:nvSpPr>
          <p:cNvPr id="473" name="Google Shape;473;p37"/>
          <p:cNvSpPr txBox="1"/>
          <p:nvPr/>
        </p:nvSpPr>
        <p:spPr>
          <a:xfrm>
            <a:off x="3084235" y="2968294"/>
            <a:ext cx="956700" cy="2877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5E5E5E"/>
              </a:buClr>
              <a:buSzPts val="1800"/>
              <a:buFont typeface="Helvetica Neue"/>
              <a:buNone/>
            </a:pPr>
            <a:r>
              <a:rPr b="1" i="0" lang="es" sz="1800" u="none" cap="none" strike="noStrike">
                <a:solidFill>
                  <a:srgbClr val="5E5E5E"/>
                </a:solidFill>
                <a:latin typeface="Helvetica Neue"/>
                <a:ea typeface="Helvetica Neue"/>
                <a:cs typeface="Helvetica Neue"/>
                <a:sym typeface="Helvetica Neue"/>
              </a:rPr>
              <a:t>samples</a:t>
            </a:r>
            <a:endParaRPr sz="500"/>
          </a:p>
        </p:txBody>
      </p:sp>
      <p:cxnSp>
        <p:nvCxnSpPr>
          <p:cNvPr id="474" name="Google Shape;474;p37"/>
          <p:cNvCxnSpPr/>
          <p:nvPr/>
        </p:nvCxnSpPr>
        <p:spPr>
          <a:xfrm rot="10800000">
            <a:off x="4204737" y="1523366"/>
            <a:ext cx="0" cy="3197700"/>
          </a:xfrm>
          <a:prstGeom prst="straightConnector1">
            <a:avLst/>
          </a:prstGeom>
          <a:noFill/>
          <a:ln cap="flat" cmpd="sng" w="42875">
            <a:solidFill>
              <a:srgbClr val="929292"/>
            </a:solidFill>
            <a:prstDash val="solid"/>
            <a:miter lim="400000"/>
            <a:headEnd len="sm" w="sm" type="none"/>
            <a:tailEnd len="sm" w="sm" type="none"/>
          </a:ln>
        </p:spPr>
      </p:cxnSp>
      <p:grpSp>
        <p:nvGrpSpPr>
          <p:cNvPr id="475" name="Google Shape;475;p37"/>
          <p:cNvGrpSpPr/>
          <p:nvPr/>
        </p:nvGrpSpPr>
        <p:grpSpPr>
          <a:xfrm>
            <a:off x="4368662" y="1542704"/>
            <a:ext cx="582180" cy="578334"/>
            <a:chOff x="0" y="0"/>
            <a:chExt cx="1552480" cy="1542224"/>
          </a:xfrm>
        </p:grpSpPr>
        <p:sp>
          <p:nvSpPr>
            <p:cNvPr id="476" name="Google Shape;476;p37"/>
            <p:cNvSpPr/>
            <p:nvPr/>
          </p:nvSpPr>
          <p:spPr>
            <a:xfrm>
              <a:off x="0" y="0"/>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77" name="Google Shape;477;p37"/>
            <p:cNvSpPr/>
            <p:nvPr/>
          </p:nvSpPr>
          <p:spPr>
            <a:xfrm>
              <a:off x="0" y="310166"/>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78" name="Google Shape;478;p37"/>
            <p:cNvSpPr/>
            <p:nvPr/>
          </p:nvSpPr>
          <p:spPr>
            <a:xfrm>
              <a:off x="0" y="617472"/>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79" name="Google Shape;479;p37"/>
            <p:cNvSpPr/>
            <p:nvPr/>
          </p:nvSpPr>
          <p:spPr>
            <a:xfrm>
              <a:off x="0" y="92133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80" name="Google Shape;480;p37"/>
            <p:cNvSpPr/>
            <p:nvPr/>
          </p:nvSpPr>
          <p:spPr>
            <a:xfrm>
              <a:off x="0" y="1231504"/>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81" name="Google Shape;481;p37"/>
            <p:cNvSpPr/>
            <p:nvPr/>
          </p:nvSpPr>
          <p:spPr>
            <a:xfrm>
              <a:off x="310567" y="0"/>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82" name="Google Shape;482;p37"/>
            <p:cNvSpPr/>
            <p:nvPr/>
          </p:nvSpPr>
          <p:spPr>
            <a:xfrm>
              <a:off x="310567" y="310166"/>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83" name="Google Shape;483;p37"/>
            <p:cNvSpPr/>
            <p:nvPr/>
          </p:nvSpPr>
          <p:spPr>
            <a:xfrm>
              <a:off x="310567" y="617472"/>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84" name="Google Shape;484;p37"/>
            <p:cNvSpPr/>
            <p:nvPr/>
          </p:nvSpPr>
          <p:spPr>
            <a:xfrm>
              <a:off x="310567" y="92133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85" name="Google Shape;485;p37"/>
            <p:cNvSpPr/>
            <p:nvPr/>
          </p:nvSpPr>
          <p:spPr>
            <a:xfrm>
              <a:off x="310567" y="1231504"/>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86" name="Google Shape;486;p37"/>
            <p:cNvSpPr/>
            <p:nvPr/>
          </p:nvSpPr>
          <p:spPr>
            <a:xfrm>
              <a:off x="621740" y="0"/>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87" name="Google Shape;487;p37"/>
            <p:cNvSpPr/>
            <p:nvPr/>
          </p:nvSpPr>
          <p:spPr>
            <a:xfrm>
              <a:off x="621740" y="310166"/>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88" name="Google Shape;488;p37"/>
            <p:cNvSpPr/>
            <p:nvPr/>
          </p:nvSpPr>
          <p:spPr>
            <a:xfrm>
              <a:off x="621740" y="617472"/>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89" name="Google Shape;489;p37"/>
            <p:cNvSpPr/>
            <p:nvPr/>
          </p:nvSpPr>
          <p:spPr>
            <a:xfrm>
              <a:off x="621740" y="92133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90" name="Google Shape;490;p37"/>
            <p:cNvSpPr/>
            <p:nvPr/>
          </p:nvSpPr>
          <p:spPr>
            <a:xfrm>
              <a:off x="621740" y="1231504"/>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91" name="Google Shape;491;p37"/>
            <p:cNvSpPr/>
            <p:nvPr/>
          </p:nvSpPr>
          <p:spPr>
            <a:xfrm>
              <a:off x="932307" y="0"/>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92" name="Google Shape;492;p37"/>
            <p:cNvSpPr/>
            <p:nvPr/>
          </p:nvSpPr>
          <p:spPr>
            <a:xfrm>
              <a:off x="932307" y="310166"/>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93" name="Google Shape;493;p37"/>
            <p:cNvSpPr/>
            <p:nvPr/>
          </p:nvSpPr>
          <p:spPr>
            <a:xfrm>
              <a:off x="932307" y="617472"/>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94" name="Google Shape;494;p37"/>
            <p:cNvSpPr/>
            <p:nvPr/>
          </p:nvSpPr>
          <p:spPr>
            <a:xfrm>
              <a:off x="932307" y="92133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95" name="Google Shape;495;p37"/>
            <p:cNvSpPr/>
            <p:nvPr/>
          </p:nvSpPr>
          <p:spPr>
            <a:xfrm>
              <a:off x="932307" y="1231504"/>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96" name="Google Shape;496;p37"/>
            <p:cNvSpPr/>
            <p:nvPr/>
          </p:nvSpPr>
          <p:spPr>
            <a:xfrm>
              <a:off x="1243480" y="1720"/>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97" name="Google Shape;497;p37"/>
            <p:cNvSpPr/>
            <p:nvPr/>
          </p:nvSpPr>
          <p:spPr>
            <a:xfrm>
              <a:off x="1243480" y="31188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98" name="Google Shape;498;p37"/>
            <p:cNvSpPr/>
            <p:nvPr/>
          </p:nvSpPr>
          <p:spPr>
            <a:xfrm>
              <a:off x="1243480" y="619193"/>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499" name="Google Shape;499;p37"/>
            <p:cNvSpPr/>
            <p:nvPr/>
          </p:nvSpPr>
          <p:spPr>
            <a:xfrm>
              <a:off x="1243480" y="923057"/>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00" name="Google Shape;500;p37"/>
            <p:cNvSpPr/>
            <p:nvPr/>
          </p:nvSpPr>
          <p:spPr>
            <a:xfrm>
              <a:off x="1243480" y="1233224"/>
              <a:ext cx="309000" cy="3090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501" name="Google Shape;501;p37"/>
          <p:cNvSpPr txBox="1"/>
          <p:nvPr/>
        </p:nvSpPr>
        <p:spPr>
          <a:xfrm>
            <a:off x="4368662" y="1313595"/>
            <a:ext cx="483300" cy="2046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5E5E5E"/>
              </a:buClr>
              <a:buSzPts val="1200"/>
              <a:buFont typeface="Helvetica Neue"/>
              <a:buNone/>
            </a:pPr>
            <a:r>
              <a:rPr b="1" i="0" lang="es" sz="1200" u="none" cap="none" strike="noStrike">
                <a:solidFill>
                  <a:srgbClr val="5E5E5E"/>
                </a:solidFill>
                <a:latin typeface="Helvetica Neue"/>
                <a:ea typeface="Helvetica Neue"/>
                <a:cs typeface="Helvetica Neue"/>
                <a:sym typeface="Helvetica Neue"/>
              </a:rPr>
              <a:t>genes</a:t>
            </a:r>
            <a:endParaRPr sz="500"/>
          </a:p>
        </p:txBody>
      </p:sp>
      <p:grpSp>
        <p:nvGrpSpPr>
          <p:cNvPr id="502" name="Google Shape;502;p37"/>
          <p:cNvGrpSpPr/>
          <p:nvPr/>
        </p:nvGrpSpPr>
        <p:grpSpPr>
          <a:xfrm>
            <a:off x="4368662" y="2402976"/>
            <a:ext cx="582180" cy="578334"/>
            <a:chOff x="0" y="0"/>
            <a:chExt cx="1552480" cy="1542224"/>
          </a:xfrm>
        </p:grpSpPr>
        <p:sp>
          <p:nvSpPr>
            <p:cNvPr id="503" name="Google Shape;503;p37"/>
            <p:cNvSpPr/>
            <p:nvPr/>
          </p:nvSpPr>
          <p:spPr>
            <a:xfrm>
              <a:off x="0" y="0"/>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04" name="Google Shape;504;p37"/>
            <p:cNvSpPr/>
            <p:nvPr/>
          </p:nvSpPr>
          <p:spPr>
            <a:xfrm>
              <a:off x="0" y="310166"/>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05" name="Google Shape;505;p37"/>
            <p:cNvSpPr/>
            <p:nvPr/>
          </p:nvSpPr>
          <p:spPr>
            <a:xfrm>
              <a:off x="0" y="617472"/>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06" name="Google Shape;506;p37"/>
            <p:cNvSpPr/>
            <p:nvPr/>
          </p:nvSpPr>
          <p:spPr>
            <a:xfrm>
              <a:off x="0" y="92133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07" name="Google Shape;507;p37"/>
            <p:cNvSpPr/>
            <p:nvPr/>
          </p:nvSpPr>
          <p:spPr>
            <a:xfrm>
              <a:off x="0" y="1231504"/>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08" name="Google Shape;508;p37"/>
            <p:cNvSpPr/>
            <p:nvPr/>
          </p:nvSpPr>
          <p:spPr>
            <a:xfrm>
              <a:off x="310567" y="0"/>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09" name="Google Shape;509;p37"/>
            <p:cNvSpPr/>
            <p:nvPr/>
          </p:nvSpPr>
          <p:spPr>
            <a:xfrm>
              <a:off x="310567" y="310166"/>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10" name="Google Shape;510;p37"/>
            <p:cNvSpPr/>
            <p:nvPr/>
          </p:nvSpPr>
          <p:spPr>
            <a:xfrm>
              <a:off x="310567" y="617472"/>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11" name="Google Shape;511;p37"/>
            <p:cNvSpPr/>
            <p:nvPr/>
          </p:nvSpPr>
          <p:spPr>
            <a:xfrm>
              <a:off x="310567" y="92133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12" name="Google Shape;512;p37"/>
            <p:cNvSpPr/>
            <p:nvPr/>
          </p:nvSpPr>
          <p:spPr>
            <a:xfrm>
              <a:off x="310567" y="1231504"/>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13" name="Google Shape;513;p37"/>
            <p:cNvSpPr/>
            <p:nvPr/>
          </p:nvSpPr>
          <p:spPr>
            <a:xfrm>
              <a:off x="621740" y="0"/>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14" name="Google Shape;514;p37"/>
            <p:cNvSpPr/>
            <p:nvPr/>
          </p:nvSpPr>
          <p:spPr>
            <a:xfrm>
              <a:off x="621740" y="310166"/>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15" name="Google Shape;515;p37"/>
            <p:cNvSpPr/>
            <p:nvPr/>
          </p:nvSpPr>
          <p:spPr>
            <a:xfrm>
              <a:off x="621740" y="617472"/>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16" name="Google Shape;516;p37"/>
            <p:cNvSpPr/>
            <p:nvPr/>
          </p:nvSpPr>
          <p:spPr>
            <a:xfrm>
              <a:off x="621740" y="92133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17" name="Google Shape;517;p37"/>
            <p:cNvSpPr/>
            <p:nvPr/>
          </p:nvSpPr>
          <p:spPr>
            <a:xfrm>
              <a:off x="621740" y="1231504"/>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18" name="Google Shape;518;p37"/>
            <p:cNvSpPr/>
            <p:nvPr/>
          </p:nvSpPr>
          <p:spPr>
            <a:xfrm>
              <a:off x="932307" y="0"/>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19" name="Google Shape;519;p37"/>
            <p:cNvSpPr/>
            <p:nvPr/>
          </p:nvSpPr>
          <p:spPr>
            <a:xfrm>
              <a:off x="932307" y="310166"/>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20" name="Google Shape;520;p37"/>
            <p:cNvSpPr/>
            <p:nvPr/>
          </p:nvSpPr>
          <p:spPr>
            <a:xfrm>
              <a:off x="932307" y="617472"/>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21" name="Google Shape;521;p37"/>
            <p:cNvSpPr/>
            <p:nvPr/>
          </p:nvSpPr>
          <p:spPr>
            <a:xfrm>
              <a:off x="932307" y="92133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22" name="Google Shape;522;p37"/>
            <p:cNvSpPr/>
            <p:nvPr/>
          </p:nvSpPr>
          <p:spPr>
            <a:xfrm>
              <a:off x="932307" y="1231504"/>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23" name="Google Shape;523;p37"/>
            <p:cNvSpPr/>
            <p:nvPr/>
          </p:nvSpPr>
          <p:spPr>
            <a:xfrm>
              <a:off x="1243480" y="1720"/>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24" name="Google Shape;524;p37"/>
            <p:cNvSpPr/>
            <p:nvPr/>
          </p:nvSpPr>
          <p:spPr>
            <a:xfrm>
              <a:off x="1243480" y="31188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25" name="Google Shape;525;p37"/>
            <p:cNvSpPr/>
            <p:nvPr/>
          </p:nvSpPr>
          <p:spPr>
            <a:xfrm>
              <a:off x="1243480" y="619193"/>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26" name="Google Shape;526;p37"/>
            <p:cNvSpPr/>
            <p:nvPr/>
          </p:nvSpPr>
          <p:spPr>
            <a:xfrm>
              <a:off x="1243480" y="923057"/>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27" name="Google Shape;527;p37"/>
            <p:cNvSpPr/>
            <p:nvPr/>
          </p:nvSpPr>
          <p:spPr>
            <a:xfrm>
              <a:off x="1243480" y="1233224"/>
              <a:ext cx="309000" cy="309000"/>
            </a:xfrm>
            <a:prstGeom prst="rect">
              <a:avLst/>
            </a:prstGeom>
            <a:solidFill>
              <a:srgbClr val="006B64">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528" name="Google Shape;528;p37"/>
          <p:cNvSpPr txBox="1"/>
          <p:nvPr/>
        </p:nvSpPr>
        <p:spPr>
          <a:xfrm>
            <a:off x="4368662" y="2171122"/>
            <a:ext cx="830100" cy="2046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5E5E5E"/>
              </a:buClr>
              <a:buSzPts val="1200"/>
              <a:buFont typeface="Helvetica Neue"/>
              <a:buNone/>
            </a:pPr>
            <a:r>
              <a:rPr b="1" i="0" lang="es" sz="1200" u="none" cap="none" strike="noStrike">
                <a:solidFill>
                  <a:srgbClr val="5E5E5E"/>
                </a:solidFill>
                <a:latin typeface="Helvetica Neue"/>
                <a:ea typeface="Helvetica Neue"/>
                <a:cs typeface="Helvetica Neue"/>
                <a:sym typeface="Helvetica Neue"/>
              </a:rPr>
              <a:t>transcripts</a:t>
            </a:r>
            <a:endParaRPr sz="500"/>
          </a:p>
        </p:txBody>
      </p:sp>
      <p:grpSp>
        <p:nvGrpSpPr>
          <p:cNvPr id="529" name="Google Shape;529;p37"/>
          <p:cNvGrpSpPr/>
          <p:nvPr/>
        </p:nvGrpSpPr>
        <p:grpSpPr>
          <a:xfrm>
            <a:off x="4368662" y="3262091"/>
            <a:ext cx="582180" cy="578334"/>
            <a:chOff x="0" y="0"/>
            <a:chExt cx="1552480" cy="1542224"/>
          </a:xfrm>
        </p:grpSpPr>
        <p:sp>
          <p:nvSpPr>
            <p:cNvPr id="530" name="Google Shape;530;p37"/>
            <p:cNvSpPr/>
            <p:nvPr/>
          </p:nvSpPr>
          <p:spPr>
            <a:xfrm>
              <a:off x="0" y="0"/>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31" name="Google Shape;531;p37"/>
            <p:cNvSpPr/>
            <p:nvPr/>
          </p:nvSpPr>
          <p:spPr>
            <a:xfrm>
              <a:off x="0" y="310166"/>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32" name="Google Shape;532;p37"/>
            <p:cNvSpPr/>
            <p:nvPr/>
          </p:nvSpPr>
          <p:spPr>
            <a:xfrm>
              <a:off x="0" y="617472"/>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33" name="Google Shape;533;p37"/>
            <p:cNvSpPr/>
            <p:nvPr/>
          </p:nvSpPr>
          <p:spPr>
            <a:xfrm>
              <a:off x="0" y="92133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34" name="Google Shape;534;p37"/>
            <p:cNvSpPr/>
            <p:nvPr/>
          </p:nvSpPr>
          <p:spPr>
            <a:xfrm>
              <a:off x="0" y="1231504"/>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35" name="Google Shape;535;p37"/>
            <p:cNvSpPr/>
            <p:nvPr/>
          </p:nvSpPr>
          <p:spPr>
            <a:xfrm>
              <a:off x="310567" y="0"/>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36" name="Google Shape;536;p37"/>
            <p:cNvSpPr/>
            <p:nvPr/>
          </p:nvSpPr>
          <p:spPr>
            <a:xfrm>
              <a:off x="310567" y="310166"/>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37" name="Google Shape;537;p37"/>
            <p:cNvSpPr/>
            <p:nvPr/>
          </p:nvSpPr>
          <p:spPr>
            <a:xfrm>
              <a:off x="310567" y="617472"/>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38" name="Google Shape;538;p37"/>
            <p:cNvSpPr/>
            <p:nvPr/>
          </p:nvSpPr>
          <p:spPr>
            <a:xfrm>
              <a:off x="310567" y="92133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39" name="Google Shape;539;p37"/>
            <p:cNvSpPr/>
            <p:nvPr/>
          </p:nvSpPr>
          <p:spPr>
            <a:xfrm>
              <a:off x="310567" y="1231504"/>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40" name="Google Shape;540;p37"/>
            <p:cNvSpPr/>
            <p:nvPr/>
          </p:nvSpPr>
          <p:spPr>
            <a:xfrm>
              <a:off x="621740" y="0"/>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41" name="Google Shape;541;p37"/>
            <p:cNvSpPr/>
            <p:nvPr/>
          </p:nvSpPr>
          <p:spPr>
            <a:xfrm>
              <a:off x="621740" y="310166"/>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42" name="Google Shape;542;p37"/>
            <p:cNvSpPr/>
            <p:nvPr/>
          </p:nvSpPr>
          <p:spPr>
            <a:xfrm>
              <a:off x="621740" y="617472"/>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43" name="Google Shape;543;p37"/>
            <p:cNvSpPr/>
            <p:nvPr/>
          </p:nvSpPr>
          <p:spPr>
            <a:xfrm>
              <a:off x="621740" y="92133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44" name="Google Shape;544;p37"/>
            <p:cNvSpPr/>
            <p:nvPr/>
          </p:nvSpPr>
          <p:spPr>
            <a:xfrm>
              <a:off x="621740" y="1231504"/>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45" name="Google Shape;545;p37"/>
            <p:cNvSpPr/>
            <p:nvPr/>
          </p:nvSpPr>
          <p:spPr>
            <a:xfrm>
              <a:off x="932307" y="0"/>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46" name="Google Shape;546;p37"/>
            <p:cNvSpPr/>
            <p:nvPr/>
          </p:nvSpPr>
          <p:spPr>
            <a:xfrm>
              <a:off x="932307" y="310166"/>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47" name="Google Shape;547;p37"/>
            <p:cNvSpPr/>
            <p:nvPr/>
          </p:nvSpPr>
          <p:spPr>
            <a:xfrm>
              <a:off x="932307" y="617472"/>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48" name="Google Shape;548;p37"/>
            <p:cNvSpPr/>
            <p:nvPr/>
          </p:nvSpPr>
          <p:spPr>
            <a:xfrm>
              <a:off x="932307" y="92133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49" name="Google Shape;549;p37"/>
            <p:cNvSpPr/>
            <p:nvPr/>
          </p:nvSpPr>
          <p:spPr>
            <a:xfrm>
              <a:off x="932307" y="1231504"/>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50" name="Google Shape;550;p37"/>
            <p:cNvSpPr/>
            <p:nvPr/>
          </p:nvSpPr>
          <p:spPr>
            <a:xfrm>
              <a:off x="1243480" y="1720"/>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51" name="Google Shape;551;p37"/>
            <p:cNvSpPr/>
            <p:nvPr/>
          </p:nvSpPr>
          <p:spPr>
            <a:xfrm>
              <a:off x="1243480" y="31188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52" name="Google Shape;552;p37"/>
            <p:cNvSpPr/>
            <p:nvPr/>
          </p:nvSpPr>
          <p:spPr>
            <a:xfrm>
              <a:off x="1243480" y="619193"/>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53" name="Google Shape;553;p37"/>
            <p:cNvSpPr/>
            <p:nvPr/>
          </p:nvSpPr>
          <p:spPr>
            <a:xfrm>
              <a:off x="1243480" y="923057"/>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54" name="Google Shape;554;p37"/>
            <p:cNvSpPr/>
            <p:nvPr/>
          </p:nvSpPr>
          <p:spPr>
            <a:xfrm>
              <a:off x="1243480" y="1233224"/>
              <a:ext cx="309000" cy="3090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555" name="Google Shape;555;p37"/>
          <p:cNvSpPr txBox="1"/>
          <p:nvPr/>
        </p:nvSpPr>
        <p:spPr>
          <a:xfrm>
            <a:off x="4368662" y="3029807"/>
            <a:ext cx="638400" cy="2046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5E5E5E"/>
              </a:buClr>
              <a:buSzPts val="1200"/>
              <a:buFont typeface="Helvetica Neue"/>
              <a:buNone/>
            </a:pPr>
            <a:r>
              <a:rPr b="1" i="0" lang="es" sz="1200" u="none" cap="none" strike="noStrike">
                <a:solidFill>
                  <a:srgbClr val="5E5E5E"/>
                </a:solidFill>
                <a:latin typeface="Helvetica Neue"/>
                <a:ea typeface="Helvetica Neue"/>
                <a:cs typeface="Helvetica Neue"/>
                <a:sym typeface="Helvetica Neue"/>
              </a:rPr>
              <a:t>proteins</a:t>
            </a:r>
            <a:endParaRPr sz="500"/>
          </a:p>
        </p:txBody>
      </p:sp>
      <p:grpSp>
        <p:nvGrpSpPr>
          <p:cNvPr id="556" name="Google Shape;556;p37"/>
          <p:cNvGrpSpPr/>
          <p:nvPr/>
        </p:nvGrpSpPr>
        <p:grpSpPr>
          <a:xfrm>
            <a:off x="4368662" y="4123260"/>
            <a:ext cx="582180" cy="578334"/>
            <a:chOff x="0" y="0"/>
            <a:chExt cx="1552480" cy="1542224"/>
          </a:xfrm>
        </p:grpSpPr>
        <p:sp>
          <p:nvSpPr>
            <p:cNvPr id="557" name="Google Shape;557;p37"/>
            <p:cNvSpPr/>
            <p:nvPr/>
          </p:nvSpPr>
          <p:spPr>
            <a:xfrm>
              <a:off x="0" y="0"/>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58" name="Google Shape;558;p37"/>
            <p:cNvSpPr/>
            <p:nvPr/>
          </p:nvSpPr>
          <p:spPr>
            <a:xfrm>
              <a:off x="0" y="310166"/>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59" name="Google Shape;559;p37"/>
            <p:cNvSpPr/>
            <p:nvPr/>
          </p:nvSpPr>
          <p:spPr>
            <a:xfrm>
              <a:off x="0" y="617472"/>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60" name="Google Shape;560;p37"/>
            <p:cNvSpPr/>
            <p:nvPr/>
          </p:nvSpPr>
          <p:spPr>
            <a:xfrm>
              <a:off x="0" y="92133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61" name="Google Shape;561;p37"/>
            <p:cNvSpPr/>
            <p:nvPr/>
          </p:nvSpPr>
          <p:spPr>
            <a:xfrm>
              <a:off x="0" y="1231504"/>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62" name="Google Shape;562;p37"/>
            <p:cNvSpPr/>
            <p:nvPr/>
          </p:nvSpPr>
          <p:spPr>
            <a:xfrm>
              <a:off x="310567" y="0"/>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63" name="Google Shape;563;p37"/>
            <p:cNvSpPr/>
            <p:nvPr/>
          </p:nvSpPr>
          <p:spPr>
            <a:xfrm>
              <a:off x="310567" y="310166"/>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64" name="Google Shape;564;p37"/>
            <p:cNvSpPr/>
            <p:nvPr/>
          </p:nvSpPr>
          <p:spPr>
            <a:xfrm>
              <a:off x="310567" y="617472"/>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65" name="Google Shape;565;p37"/>
            <p:cNvSpPr/>
            <p:nvPr/>
          </p:nvSpPr>
          <p:spPr>
            <a:xfrm>
              <a:off x="310567" y="92133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66" name="Google Shape;566;p37"/>
            <p:cNvSpPr/>
            <p:nvPr/>
          </p:nvSpPr>
          <p:spPr>
            <a:xfrm>
              <a:off x="310567" y="1231504"/>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67" name="Google Shape;567;p37"/>
            <p:cNvSpPr/>
            <p:nvPr/>
          </p:nvSpPr>
          <p:spPr>
            <a:xfrm>
              <a:off x="621740" y="0"/>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68" name="Google Shape;568;p37"/>
            <p:cNvSpPr/>
            <p:nvPr/>
          </p:nvSpPr>
          <p:spPr>
            <a:xfrm>
              <a:off x="621740" y="310166"/>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69" name="Google Shape;569;p37"/>
            <p:cNvSpPr/>
            <p:nvPr/>
          </p:nvSpPr>
          <p:spPr>
            <a:xfrm>
              <a:off x="621740" y="617472"/>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70" name="Google Shape;570;p37"/>
            <p:cNvSpPr/>
            <p:nvPr/>
          </p:nvSpPr>
          <p:spPr>
            <a:xfrm>
              <a:off x="621740" y="92133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71" name="Google Shape;571;p37"/>
            <p:cNvSpPr/>
            <p:nvPr/>
          </p:nvSpPr>
          <p:spPr>
            <a:xfrm>
              <a:off x="621740" y="1231504"/>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72" name="Google Shape;572;p37"/>
            <p:cNvSpPr/>
            <p:nvPr/>
          </p:nvSpPr>
          <p:spPr>
            <a:xfrm>
              <a:off x="932307" y="0"/>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73" name="Google Shape;573;p37"/>
            <p:cNvSpPr/>
            <p:nvPr/>
          </p:nvSpPr>
          <p:spPr>
            <a:xfrm>
              <a:off x="932307" y="310166"/>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74" name="Google Shape;574;p37"/>
            <p:cNvSpPr/>
            <p:nvPr/>
          </p:nvSpPr>
          <p:spPr>
            <a:xfrm>
              <a:off x="932307" y="617472"/>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75" name="Google Shape;575;p37"/>
            <p:cNvSpPr/>
            <p:nvPr/>
          </p:nvSpPr>
          <p:spPr>
            <a:xfrm>
              <a:off x="932307" y="92133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76" name="Google Shape;576;p37"/>
            <p:cNvSpPr/>
            <p:nvPr/>
          </p:nvSpPr>
          <p:spPr>
            <a:xfrm>
              <a:off x="932307" y="1231504"/>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77" name="Google Shape;577;p37"/>
            <p:cNvSpPr/>
            <p:nvPr/>
          </p:nvSpPr>
          <p:spPr>
            <a:xfrm>
              <a:off x="1243480" y="1720"/>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78" name="Google Shape;578;p37"/>
            <p:cNvSpPr/>
            <p:nvPr/>
          </p:nvSpPr>
          <p:spPr>
            <a:xfrm>
              <a:off x="1243480" y="31188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79" name="Google Shape;579;p37"/>
            <p:cNvSpPr/>
            <p:nvPr/>
          </p:nvSpPr>
          <p:spPr>
            <a:xfrm>
              <a:off x="1243480" y="619193"/>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80" name="Google Shape;580;p37"/>
            <p:cNvSpPr/>
            <p:nvPr/>
          </p:nvSpPr>
          <p:spPr>
            <a:xfrm>
              <a:off x="1243480" y="923057"/>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81" name="Google Shape;581;p37"/>
            <p:cNvSpPr/>
            <p:nvPr/>
          </p:nvSpPr>
          <p:spPr>
            <a:xfrm>
              <a:off x="1243480" y="1233224"/>
              <a:ext cx="309000" cy="309000"/>
            </a:xfrm>
            <a:prstGeom prst="rect">
              <a:avLst/>
            </a:prstGeom>
            <a:solidFill>
              <a:srgbClr val="950D5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582" name="Google Shape;582;p37"/>
          <p:cNvSpPr txBox="1"/>
          <p:nvPr/>
        </p:nvSpPr>
        <p:spPr>
          <a:xfrm>
            <a:off x="4368662" y="3886436"/>
            <a:ext cx="897300" cy="2046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5E5E5E"/>
              </a:buClr>
              <a:buSzPts val="1200"/>
              <a:buFont typeface="Helvetica Neue"/>
              <a:buNone/>
            </a:pPr>
            <a:r>
              <a:rPr b="1" i="0" lang="es" sz="1200" u="none" cap="none" strike="noStrike">
                <a:solidFill>
                  <a:srgbClr val="5E5E5E"/>
                </a:solidFill>
                <a:latin typeface="Helvetica Neue"/>
                <a:ea typeface="Helvetica Neue"/>
                <a:cs typeface="Helvetica Neue"/>
                <a:sym typeface="Helvetica Neue"/>
              </a:rPr>
              <a:t>metabolites</a:t>
            </a:r>
            <a:endParaRPr sz="500"/>
          </a:p>
        </p:txBody>
      </p:sp>
      <p:sp>
        <p:nvSpPr>
          <p:cNvPr id="583" name="Google Shape;583;p37"/>
          <p:cNvSpPr/>
          <p:nvPr/>
        </p:nvSpPr>
        <p:spPr>
          <a:xfrm>
            <a:off x="2544635" y="2863483"/>
            <a:ext cx="307800" cy="307800"/>
          </a:xfrm>
          <a:prstGeom prst="rightArrow">
            <a:avLst>
              <a:gd fmla="val 32000" name="adj1"/>
              <a:gd fmla="val 64000" name="adj2"/>
            </a:avLst>
          </a:prstGeom>
          <a:solidFill>
            <a:srgbClr val="5E5E5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84" name="Google Shape;584;p37"/>
          <p:cNvSpPr/>
          <p:nvPr/>
        </p:nvSpPr>
        <p:spPr>
          <a:xfrm>
            <a:off x="5497937" y="2863483"/>
            <a:ext cx="307800" cy="307800"/>
          </a:xfrm>
          <a:prstGeom prst="rightArrow">
            <a:avLst>
              <a:gd fmla="val 32000" name="adj1"/>
              <a:gd fmla="val 64000" name="adj2"/>
            </a:avLst>
          </a:prstGeom>
          <a:solidFill>
            <a:srgbClr val="5E5E5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pic>
        <p:nvPicPr>
          <p:cNvPr descr="multiplex_net.png" id="585" name="Google Shape;585;p37"/>
          <p:cNvPicPr preferRelativeResize="0"/>
          <p:nvPr/>
        </p:nvPicPr>
        <p:blipFill rotWithShape="1">
          <a:blip r:embed="rId4">
            <a:alphaModFix/>
          </a:blip>
          <a:srcRect b="13156" l="30163" r="26997" t="11797"/>
          <a:stretch/>
        </p:blipFill>
        <p:spPr>
          <a:xfrm>
            <a:off x="6200405" y="1748868"/>
            <a:ext cx="2461740" cy="2536878"/>
          </a:xfrm>
          <a:prstGeom prst="rect">
            <a:avLst/>
          </a:prstGeom>
          <a:noFill/>
          <a:ln>
            <a:noFill/>
          </a:ln>
        </p:spPr>
      </p:pic>
      <p:sp>
        <p:nvSpPr>
          <p:cNvPr id="586" name="Google Shape;586;p37"/>
          <p:cNvSpPr txBox="1"/>
          <p:nvPr/>
        </p:nvSpPr>
        <p:spPr>
          <a:xfrm>
            <a:off x="7014036" y="1323719"/>
            <a:ext cx="834600" cy="2877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5E5E5E"/>
              </a:buClr>
              <a:buSzPts val="1800"/>
              <a:buFont typeface="Helvetica Neue"/>
              <a:buNone/>
            </a:pPr>
            <a:r>
              <a:rPr b="1" i="0" lang="es" sz="1800" u="none" cap="none" strike="noStrike">
                <a:solidFill>
                  <a:srgbClr val="5E5E5E"/>
                </a:solidFill>
                <a:latin typeface="Helvetica Neue"/>
                <a:ea typeface="Helvetica Neue"/>
                <a:cs typeface="Helvetica Neue"/>
                <a:sym typeface="Helvetica Neue"/>
              </a:rPr>
              <a:t>Graphs</a:t>
            </a:r>
            <a:endParaRPr sz="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pic>
        <p:nvPicPr>
          <p:cNvPr descr="pasted-movie.png" id="591" name="Google Shape;591;p38"/>
          <p:cNvPicPr preferRelativeResize="0"/>
          <p:nvPr/>
        </p:nvPicPr>
        <p:blipFill rotWithShape="1">
          <a:blip r:embed="rId3">
            <a:alphaModFix/>
          </a:blip>
          <a:srcRect b="0" l="0" r="0" t="0"/>
          <a:stretch/>
        </p:blipFill>
        <p:spPr>
          <a:xfrm>
            <a:off x="3485495" y="1161359"/>
            <a:ext cx="1428750" cy="1423987"/>
          </a:xfrm>
          <a:prstGeom prst="rect">
            <a:avLst/>
          </a:prstGeom>
          <a:noFill/>
          <a:ln>
            <a:noFill/>
          </a:ln>
        </p:spPr>
      </p:pic>
      <p:sp>
        <p:nvSpPr>
          <p:cNvPr id="592" name="Google Shape;592;p38"/>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How to Build a Network</a:t>
            </a:r>
            <a:endParaRPr/>
          </a:p>
        </p:txBody>
      </p:sp>
      <p:sp>
        <p:nvSpPr>
          <p:cNvPr id="593" name="Google Shape;593;p38"/>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p>
            <a:pPr indent="0" lvl="0" marL="0" rtl="0" algn="l">
              <a:lnSpc>
                <a:spcPct val="100000"/>
              </a:lnSpc>
              <a:spcBef>
                <a:spcPts val="0"/>
              </a:spcBef>
              <a:spcAft>
                <a:spcPts val="0"/>
              </a:spcAft>
              <a:buClr>
                <a:srgbClr val="929292"/>
              </a:buClr>
              <a:buSzPts val="1500"/>
              <a:buFont typeface="Helvetica Neue"/>
              <a:buNone/>
            </a:pPr>
            <a:r>
              <a:rPr b="1" lang="es" sz="1500">
                <a:solidFill>
                  <a:srgbClr val="929292"/>
                </a:solidFill>
              </a:rPr>
              <a:t>Data to Graph</a:t>
            </a:r>
            <a:endParaRPr/>
          </a:p>
        </p:txBody>
      </p:sp>
      <p:sp>
        <p:nvSpPr>
          <p:cNvPr id="594" name="Google Shape;594;p38"/>
          <p:cNvSpPr txBox="1"/>
          <p:nvPr>
            <p:ph idx="2" type="body"/>
          </p:nvPr>
        </p:nvSpPr>
        <p:spPr>
          <a:xfrm>
            <a:off x="452438" y="1434494"/>
            <a:ext cx="8239200" cy="3254700"/>
          </a:xfrm>
          <a:prstGeom prst="rect">
            <a:avLst/>
          </a:prstGeom>
          <a:noFill/>
          <a:ln>
            <a:noFill/>
          </a:ln>
        </p:spPr>
        <p:txBody>
          <a:bodyPr anchorCtr="0" anchor="t" bIns="19050" lIns="19050" spcFirstLastPara="1" rIns="19050" wrap="square" tIns="19050">
            <a:normAutofit fontScale="92500" lnSpcReduction="20000"/>
          </a:bodyPr>
          <a:lstStyle/>
          <a:p>
            <a:pPr indent="-145733" lvl="0" marL="152400" rtl="0" algn="l">
              <a:lnSpc>
                <a:spcPct val="90000"/>
              </a:lnSpc>
              <a:spcBef>
                <a:spcPts val="0"/>
              </a:spcBef>
              <a:spcAft>
                <a:spcPts val="0"/>
              </a:spcAft>
              <a:buClr>
                <a:srgbClr val="000000"/>
              </a:buClr>
              <a:buSzPct val="77778"/>
              <a:buFont typeface="Helvetica Neue"/>
              <a:buChar char="●"/>
            </a:pPr>
            <a:r>
              <a:rPr b="1" lang="es"/>
              <a:t>Data sources</a:t>
            </a:r>
            <a:endParaRPr/>
          </a:p>
          <a:p>
            <a:pPr indent="-133033" lvl="1" marL="292100" rtl="0" algn="l">
              <a:lnSpc>
                <a:spcPct val="90000"/>
              </a:lnSpc>
              <a:spcBef>
                <a:spcPts val="1100"/>
              </a:spcBef>
              <a:spcAft>
                <a:spcPts val="0"/>
              </a:spcAft>
              <a:buClr>
                <a:srgbClr val="000000"/>
              </a:buClr>
              <a:buSzPct val="116667"/>
              <a:buFont typeface="Helvetica Neue"/>
              <a:buChar char="○"/>
            </a:pPr>
            <a:r>
              <a:rPr lang="es" sz="1200"/>
              <a:t>STRING — </a:t>
            </a:r>
            <a:r>
              <a:rPr lang="es" u="sng">
                <a:solidFill>
                  <a:schemeClr val="hlink"/>
                </a:solidFill>
                <a:hlinkClick r:id="rId4"/>
              </a:rPr>
              <a:t>https://string-db.org/</a:t>
            </a:r>
            <a:r>
              <a:rPr lang="es" sz="1200"/>
              <a:t> </a:t>
            </a:r>
            <a:endParaRPr/>
          </a:p>
          <a:p>
            <a:pPr indent="-133033" lvl="1" marL="292100" rtl="0" algn="l">
              <a:lnSpc>
                <a:spcPct val="90000"/>
              </a:lnSpc>
              <a:spcBef>
                <a:spcPts val="1100"/>
              </a:spcBef>
              <a:spcAft>
                <a:spcPts val="0"/>
              </a:spcAft>
              <a:buClr>
                <a:srgbClr val="000000"/>
              </a:buClr>
              <a:buSzPct val="116667"/>
              <a:buFont typeface="Helvetica Neue"/>
              <a:buChar char="○"/>
            </a:pPr>
            <a:r>
              <a:rPr lang="es" sz="1200"/>
              <a:t>BioGRID — </a:t>
            </a:r>
            <a:r>
              <a:rPr lang="es" u="sng">
                <a:solidFill>
                  <a:schemeClr val="hlink"/>
                </a:solidFill>
                <a:hlinkClick r:id="rId5"/>
              </a:rPr>
              <a:t>https://thebiogrid.org/</a:t>
            </a:r>
            <a:r>
              <a:rPr lang="es" sz="1200"/>
              <a:t> </a:t>
            </a:r>
            <a:endParaRPr/>
          </a:p>
          <a:p>
            <a:pPr indent="-133033" lvl="1" marL="292100" rtl="0" algn="l">
              <a:lnSpc>
                <a:spcPct val="90000"/>
              </a:lnSpc>
              <a:spcBef>
                <a:spcPts val="1100"/>
              </a:spcBef>
              <a:spcAft>
                <a:spcPts val="0"/>
              </a:spcAft>
              <a:buClr>
                <a:srgbClr val="000000"/>
              </a:buClr>
              <a:buSzPct val="116667"/>
              <a:buFont typeface="Helvetica Neue"/>
              <a:buChar char="○"/>
            </a:pPr>
            <a:r>
              <a:rPr lang="es" sz="1200"/>
              <a:t>IntAct — </a:t>
            </a:r>
            <a:r>
              <a:rPr lang="es" u="sng">
                <a:solidFill>
                  <a:schemeClr val="hlink"/>
                </a:solidFill>
                <a:hlinkClick r:id="rId6"/>
              </a:rPr>
              <a:t>https://www.ebi.ac.uk/intact</a:t>
            </a:r>
            <a:r>
              <a:rPr lang="es" sz="1200"/>
              <a:t> </a:t>
            </a:r>
            <a:endParaRPr/>
          </a:p>
          <a:p>
            <a:pPr indent="-133033" lvl="1" marL="292100" rtl="0" algn="l">
              <a:lnSpc>
                <a:spcPct val="90000"/>
              </a:lnSpc>
              <a:spcBef>
                <a:spcPts val="1100"/>
              </a:spcBef>
              <a:spcAft>
                <a:spcPts val="0"/>
              </a:spcAft>
              <a:buClr>
                <a:srgbClr val="000000"/>
              </a:buClr>
              <a:buSzPct val="116667"/>
              <a:buFont typeface="Helvetica Neue"/>
              <a:buChar char="○"/>
            </a:pPr>
            <a:r>
              <a:rPr lang="es" sz="1200"/>
              <a:t>REACTOME — </a:t>
            </a:r>
            <a:r>
              <a:rPr lang="es" u="sng">
                <a:solidFill>
                  <a:schemeClr val="hlink"/>
                </a:solidFill>
                <a:hlinkClick r:id="rId7"/>
              </a:rPr>
              <a:t>https://reactome.org/</a:t>
            </a:r>
            <a:r>
              <a:rPr lang="es" sz="1200"/>
              <a:t> </a:t>
            </a:r>
            <a:endParaRPr/>
          </a:p>
          <a:p>
            <a:pPr indent="-133033" lvl="1" marL="292100" rtl="0" algn="l">
              <a:lnSpc>
                <a:spcPct val="90000"/>
              </a:lnSpc>
              <a:spcBef>
                <a:spcPts val="1100"/>
              </a:spcBef>
              <a:spcAft>
                <a:spcPts val="0"/>
              </a:spcAft>
              <a:buClr>
                <a:srgbClr val="000000"/>
              </a:buClr>
              <a:buSzPct val="116667"/>
              <a:buFont typeface="Helvetica Neue"/>
              <a:buChar char="○"/>
            </a:pPr>
            <a:r>
              <a:rPr lang="es" sz="1200"/>
              <a:t>KEGG — </a:t>
            </a:r>
            <a:r>
              <a:rPr lang="es" u="sng">
                <a:solidFill>
                  <a:schemeClr val="hlink"/>
                </a:solidFill>
                <a:hlinkClick r:id="rId8"/>
              </a:rPr>
              <a:t>https://www.genome.jp/kegg/</a:t>
            </a:r>
            <a:r>
              <a:rPr lang="es" sz="1200"/>
              <a:t> </a:t>
            </a:r>
            <a:endParaRPr/>
          </a:p>
          <a:p>
            <a:pPr indent="-133033" lvl="1" marL="292100" rtl="0" algn="l">
              <a:lnSpc>
                <a:spcPct val="90000"/>
              </a:lnSpc>
              <a:spcBef>
                <a:spcPts val="1100"/>
              </a:spcBef>
              <a:spcAft>
                <a:spcPts val="0"/>
              </a:spcAft>
              <a:buClr>
                <a:srgbClr val="000000"/>
              </a:buClr>
              <a:buSzPct val="116667"/>
              <a:buFont typeface="Helvetica Neue"/>
              <a:buChar char="○"/>
            </a:pPr>
            <a:r>
              <a:rPr lang="es" sz="1200"/>
              <a:t>MINT — </a:t>
            </a:r>
            <a:r>
              <a:rPr lang="es" u="sng">
                <a:solidFill>
                  <a:schemeClr val="hlink"/>
                </a:solidFill>
                <a:hlinkClick r:id="rId9"/>
              </a:rPr>
              <a:t>https://mint.bio.uniroma2.it/</a:t>
            </a:r>
            <a:r>
              <a:rPr lang="es" sz="1200"/>
              <a:t> </a:t>
            </a:r>
            <a:endParaRPr/>
          </a:p>
          <a:p>
            <a:pPr indent="-145733" lvl="0" marL="152400" rtl="0" algn="l">
              <a:lnSpc>
                <a:spcPct val="90000"/>
              </a:lnSpc>
              <a:spcBef>
                <a:spcPts val="1100"/>
              </a:spcBef>
              <a:spcAft>
                <a:spcPts val="0"/>
              </a:spcAft>
              <a:buClr>
                <a:srgbClr val="000000"/>
              </a:buClr>
              <a:buSzPct val="116667"/>
              <a:buFont typeface="Helvetica Neue"/>
              <a:buChar char="●"/>
            </a:pPr>
            <a:r>
              <a:rPr b="1" lang="es" sz="1200"/>
              <a:t>Correlation-based networks — </a:t>
            </a:r>
            <a:r>
              <a:rPr b="0" lang="es"/>
              <a:t>constructed by calculating pairwise correlations between entities based on their expression profiles across multiple conditions, time points, or samples (Weighted gene co-expression network analysis (WGCNA), co-abundance networks)</a:t>
            </a:r>
            <a:endParaRPr/>
          </a:p>
          <a:p>
            <a:pPr indent="-145733" lvl="0" marL="152400" rtl="0" algn="l">
              <a:lnSpc>
                <a:spcPct val="90000"/>
              </a:lnSpc>
              <a:spcBef>
                <a:spcPts val="1100"/>
              </a:spcBef>
              <a:spcAft>
                <a:spcPts val="0"/>
              </a:spcAft>
              <a:buClr>
                <a:srgbClr val="000000"/>
              </a:buClr>
              <a:buSzPct val="77778"/>
              <a:buFont typeface="Helvetica Neue"/>
              <a:buChar char="●"/>
            </a:pPr>
            <a:r>
              <a:rPr b="1" lang="es"/>
              <a:t>Knowledge-base approaches</a:t>
            </a:r>
            <a:r>
              <a:rPr lang="es" sz="1200"/>
              <a:t> — also called knowledge graphs and built by integrating heterogeneous data from multiple sources —&gt; </a:t>
            </a:r>
            <a:r>
              <a:rPr b="1" lang="es" sz="1900">
                <a:solidFill>
                  <a:srgbClr val="004C7F"/>
                </a:solidFill>
              </a:rPr>
              <a:t>Knowledge Graphs</a:t>
            </a:r>
            <a:endParaRPr/>
          </a:p>
        </p:txBody>
      </p:sp>
      <p:pic>
        <p:nvPicPr>
          <p:cNvPr descr="pasted-movie.png" id="595" name="Google Shape;595;p38"/>
          <p:cNvPicPr preferRelativeResize="0"/>
          <p:nvPr/>
        </p:nvPicPr>
        <p:blipFill rotWithShape="1">
          <a:blip r:embed="rId10">
            <a:alphaModFix/>
          </a:blip>
          <a:srcRect b="0" l="0" r="0" t="0"/>
          <a:stretch/>
        </p:blipFill>
        <p:spPr>
          <a:xfrm>
            <a:off x="6249987" y="905198"/>
            <a:ext cx="1892278" cy="1117386"/>
          </a:xfrm>
          <a:prstGeom prst="rect">
            <a:avLst/>
          </a:prstGeom>
          <a:noFill/>
          <a:ln>
            <a:noFill/>
          </a:ln>
        </p:spPr>
      </p:pic>
      <p:pic>
        <p:nvPicPr>
          <p:cNvPr descr="pasted-movie.png" id="596" name="Google Shape;596;p38"/>
          <p:cNvPicPr preferRelativeResize="0"/>
          <p:nvPr/>
        </p:nvPicPr>
        <p:blipFill rotWithShape="1">
          <a:blip r:embed="rId11">
            <a:alphaModFix/>
          </a:blip>
          <a:srcRect b="0" l="7699" r="7691" t="10185"/>
          <a:stretch/>
        </p:blipFill>
        <p:spPr>
          <a:xfrm>
            <a:off x="7020851" y="2222719"/>
            <a:ext cx="1428746" cy="1180677"/>
          </a:xfrm>
          <a:prstGeom prst="rect">
            <a:avLst/>
          </a:prstGeom>
          <a:noFill/>
          <a:ln>
            <a:noFill/>
          </a:ln>
        </p:spPr>
      </p:pic>
      <p:pic>
        <p:nvPicPr>
          <p:cNvPr descr="pasted-movie.png" id="597" name="Google Shape;597;p38"/>
          <p:cNvPicPr preferRelativeResize="0"/>
          <p:nvPr/>
        </p:nvPicPr>
        <p:blipFill rotWithShape="1">
          <a:blip r:embed="rId12">
            <a:alphaModFix/>
          </a:blip>
          <a:srcRect b="0" l="0" r="0" t="16611"/>
          <a:stretch/>
        </p:blipFill>
        <p:spPr>
          <a:xfrm>
            <a:off x="4550701" y="2528061"/>
            <a:ext cx="2341300" cy="97620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9"/>
          <p:cNvSpPr txBox="1"/>
          <p:nvPr>
            <p:ph type="title"/>
          </p:nvPr>
        </p:nvSpPr>
        <p:spPr>
          <a:xfrm>
            <a:off x="452438" y="476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How to Build a Network</a:t>
            </a:r>
            <a:endParaRPr/>
          </a:p>
        </p:txBody>
      </p:sp>
      <p:sp>
        <p:nvSpPr>
          <p:cNvPr id="603" name="Google Shape;603;p39"/>
          <p:cNvSpPr txBox="1"/>
          <p:nvPr/>
        </p:nvSpPr>
        <p:spPr>
          <a:xfrm>
            <a:off x="289127" y="673125"/>
            <a:ext cx="1423200" cy="2877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1800"/>
              <a:buFont typeface="Helvetica Neue"/>
              <a:buNone/>
            </a:pPr>
            <a:r>
              <a:rPr b="0" i="0" lang="es" sz="1800" u="none" cap="none" strike="noStrike">
                <a:solidFill>
                  <a:srgbClr val="000000"/>
                </a:solidFill>
                <a:latin typeface="Helvetica Neue"/>
                <a:ea typeface="Helvetica Neue"/>
                <a:cs typeface="Helvetica Neue"/>
                <a:sym typeface="Helvetica Neue"/>
              </a:rPr>
              <a:t>Starting point</a:t>
            </a:r>
            <a:endParaRPr sz="500"/>
          </a:p>
        </p:txBody>
      </p:sp>
      <p:grpSp>
        <p:nvGrpSpPr>
          <p:cNvPr id="604" name="Google Shape;604;p39"/>
          <p:cNvGrpSpPr/>
          <p:nvPr/>
        </p:nvGrpSpPr>
        <p:grpSpPr>
          <a:xfrm>
            <a:off x="289127" y="983389"/>
            <a:ext cx="1365812" cy="1252672"/>
            <a:chOff x="0" y="0"/>
            <a:chExt cx="3642165" cy="3340459"/>
          </a:xfrm>
        </p:grpSpPr>
        <p:grpSp>
          <p:nvGrpSpPr>
            <p:cNvPr id="605" name="Google Shape;605;p39"/>
            <p:cNvGrpSpPr/>
            <p:nvPr/>
          </p:nvGrpSpPr>
          <p:grpSpPr>
            <a:xfrm>
              <a:off x="973065" y="768112"/>
              <a:ext cx="2434391" cy="2418309"/>
              <a:chOff x="0" y="0"/>
              <a:chExt cx="2434391" cy="2418309"/>
            </a:xfrm>
          </p:grpSpPr>
          <p:sp>
            <p:nvSpPr>
              <p:cNvPr id="606" name="Google Shape;606;p39"/>
              <p:cNvSpPr/>
              <p:nvPr/>
            </p:nvSpPr>
            <p:spPr>
              <a:xfrm>
                <a:off x="0" y="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07" name="Google Shape;607;p39"/>
              <p:cNvSpPr/>
              <p:nvPr/>
            </p:nvSpPr>
            <p:spPr>
              <a:xfrm>
                <a:off x="0" y="486369"/>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08" name="Google Shape;608;p39"/>
              <p:cNvSpPr/>
              <p:nvPr/>
            </p:nvSpPr>
            <p:spPr>
              <a:xfrm>
                <a:off x="0" y="968253"/>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09" name="Google Shape;609;p39"/>
              <p:cNvSpPr/>
              <p:nvPr/>
            </p:nvSpPr>
            <p:spPr>
              <a:xfrm>
                <a:off x="0" y="144474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10" name="Google Shape;610;p39"/>
              <p:cNvSpPr/>
              <p:nvPr/>
            </p:nvSpPr>
            <p:spPr>
              <a:xfrm>
                <a:off x="0" y="1931111"/>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11" name="Google Shape;611;p39"/>
              <p:cNvSpPr/>
              <p:nvPr/>
            </p:nvSpPr>
            <p:spPr>
              <a:xfrm>
                <a:off x="486997" y="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12" name="Google Shape;612;p39"/>
              <p:cNvSpPr/>
              <p:nvPr/>
            </p:nvSpPr>
            <p:spPr>
              <a:xfrm>
                <a:off x="486997" y="486369"/>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13" name="Google Shape;613;p39"/>
              <p:cNvSpPr/>
              <p:nvPr/>
            </p:nvSpPr>
            <p:spPr>
              <a:xfrm>
                <a:off x="486997" y="968253"/>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14" name="Google Shape;614;p39"/>
              <p:cNvSpPr/>
              <p:nvPr/>
            </p:nvSpPr>
            <p:spPr>
              <a:xfrm>
                <a:off x="486997" y="144474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15" name="Google Shape;615;p39"/>
              <p:cNvSpPr/>
              <p:nvPr/>
            </p:nvSpPr>
            <p:spPr>
              <a:xfrm>
                <a:off x="486997" y="1931111"/>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16" name="Google Shape;616;p39"/>
              <p:cNvSpPr/>
              <p:nvPr/>
            </p:nvSpPr>
            <p:spPr>
              <a:xfrm>
                <a:off x="974945" y="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17" name="Google Shape;617;p39"/>
              <p:cNvSpPr/>
              <p:nvPr/>
            </p:nvSpPr>
            <p:spPr>
              <a:xfrm>
                <a:off x="974945" y="486369"/>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18" name="Google Shape;618;p39"/>
              <p:cNvSpPr/>
              <p:nvPr/>
            </p:nvSpPr>
            <p:spPr>
              <a:xfrm>
                <a:off x="974945" y="968253"/>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19" name="Google Shape;619;p39"/>
              <p:cNvSpPr/>
              <p:nvPr/>
            </p:nvSpPr>
            <p:spPr>
              <a:xfrm>
                <a:off x="974945" y="144474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20" name="Google Shape;620;p39"/>
              <p:cNvSpPr/>
              <p:nvPr/>
            </p:nvSpPr>
            <p:spPr>
              <a:xfrm>
                <a:off x="974945" y="1931111"/>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21" name="Google Shape;621;p39"/>
              <p:cNvSpPr/>
              <p:nvPr/>
            </p:nvSpPr>
            <p:spPr>
              <a:xfrm>
                <a:off x="1461943" y="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22" name="Google Shape;622;p39"/>
              <p:cNvSpPr/>
              <p:nvPr/>
            </p:nvSpPr>
            <p:spPr>
              <a:xfrm>
                <a:off x="1461943" y="486369"/>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23" name="Google Shape;623;p39"/>
              <p:cNvSpPr/>
              <p:nvPr/>
            </p:nvSpPr>
            <p:spPr>
              <a:xfrm>
                <a:off x="1461943" y="968253"/>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24" name="Google Shape;624;p39"/>
              <p:cNvSpPr/>
              <p:nvPr/>
            </p:nvSpPr>
            <p:spPr>
              <a:xfrm>
                <a:off x="1461943" y="144474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25" name="Google Shape;625;p39"/>
              <p:cNvSpPr/>
              <p:nvPr/>
            </p:nvSpPr>
            <p:spPr>
              <a:xfrm>
                <a:off x="1461943" y="1931111"/>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26" name="Google Shape;626;p39"/>
              <p:cNvSpPr/>
              <p:nvPr/>
            </p:nvSpPr>
            <p:spPr>
              <a:xfrm>
                <a:off x="1949891" y="2698"/>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27" name="Google Shape;627;p39"/>
              <p:cNvSpPr/>
              <p:nvPr/>
            </p:nvSpPr>
            <p:spPr>
              <a:xfrm>
                <a:off x="1949891" y="489067"/>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28" name="Google Shape;628;p39"/>
              <p:cNvSpPr/>
              <p:nvPr/>
            </p:nvSpPr>
            <p:spPr>
              <a:xfrm>
                <a:off x="1949891" y="970951"/>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29" name="Google Shape;629;p39"/>
              <p:cNvSpPr/>
              <p:nvPr/>
            </p:nvSpPr>
            <p:spPr>
              <a:xfrm>
                <a:off x="1949891" y="1447438"/>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30" name="Google Shape;630;p39"/>
              <p:cNvSpPr/>
              <p:nvPr/>
            </p:nvSpPr>
            <p:spPr>
              <a:xfrm>
                <a:off x="1949891" y="1933809"/>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631" name="Google Shape;631;p39"/>
            <p:cNvSpPr txBox="1"/>
            <p:nvPr/>
          </p:nvSpPr>
          <p:spPr>
            <a:xfrm>
              <a:off x="973065" y="0"/>
              <a:ext cx="2669100" cy="91740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rgbClr val="5E5E5E"/>
                </a:buClr>
                <a:buSzPts val="1600"/>
                <a:buFont typeface="Helvetica Neue"/>
                <a:buNone/>
              </a:pPr>
              <a:r>
                <a:rPr b="1" i="0" lang="es" sz="1600" u="none" cap="none" strike="noStrike">
                  <a:solidFill>
                    <a:srgbClr val="5E5E5E"/>
                  </a:solidFill>
                  <a:latin typeface="Helvetica Neue"/>
                  <a:ea typeface="Helvetica Neue"/>
                  <a:cs typeface="Helvetica Neue"/>
                  <a:sym typeface="Helvetica Neue"/>
                </a:rPr>
                <a:t>proteins</a:t>
              </a:r>
              <a:endParaRPr sz="500"/>
            </a:p>
          </p:txBody>
        </p:sp>
        <p:sp>
          <p:nvSpPr>
            <p:cNvPr id="632" name="Google Shape;632;p39"/>
            <p:cNvSpPr txBox="1"/>
            <p:nvPr/>
          </p:nvSpPr>
          <p:spPr>
            <a:xfrm rot="-5400000">
              <a:off x="-904500" y="1518559"/>
              <a:ext cx="2726400" cy="91740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rgbClr val="5E5E5E"/>
                </a:buClr>
                <a:buSzPts val="1600"/>
                <a:buFont typeface="Helvetica Neue"/>
                <a:buNone/>
              </a:pPr>
              <a:r>
                <a:rPr b="1" i="0" lang="es" sz="1600" u="none" cap="none" strike="noStrike">
                  <a:solidFill>
                    <a:srgbClr val="5E5E5E"/>
                  </a:solidFill>
                  <a:latin typeface="Helvetica Neue"/>
                  <a:ea typeface="Helvetica Neue"/>
                  <a:cs typeface="Helvetica Neue"/>
                  <a:sym typeface="Helvetica Neue"/>
                </a:rPr>
                <a:t>samples</a:t>
              </a:r>
              <a:endParaRPr sz="500"/>
            </a:p>
          </p:txBody>
        </p:sp>
      </p:grpSp>
      <p:sp>
        <p:nvSpPr>
          <p:cNvPr id="633" name="Google Shape;633;p39"/>
          <p:cNvSpPr/>
          <p:nvPr/>
        </p:nvSpPr>
        <p:spPr>
          <a:xfrm>
            <a:off x="1853836" y="1463018"/>
            <a:ext cx="395400" cy="395400"/>
          </a:xfrm>
          <a:prstGeom prst="rightArrow">
            <a:avLst>
              <a:gd fmla="val 32000" name="adj1"/>
              <a:gd fmla="val 64000" name="adj2"/>
            </a:avLst>
          </a:prstGeom>
          <a:solidFill>
            <a:srgbClr val="6FFDEA"/>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nvGrpSpPr>
          <p:cNvPr id="634" name="Google Shape;634;p39"/>
          <p:cNvGrpSpPr/>
          <p:nvPr/>
        </p:nvGrpSpPr>
        <p:grpSpPr>
          <a:xfrm>
            <a:off x="2448037" y="988151"/>
            <a:ext cx="1365812" cy="1247910"/>
            <a:chOff x="0" y="0"/>
            <a:chExt cx="3642165" cy="3327759"/>
          </a:xfrm>
        </p:grpSpPr>
        <p:grpSp>
          <p:nvGrpSpPr>
            <p:cNvPr id="635" name="Google Shape;635;p39"/>
            <p:cNvGrpSpPr/>
            <p:nvPr/>
          </p:nvGrpSpPr>
          <p:grpSpPr>
            <a:xfrm>
              <a:off x="973065" y="755412"/>
              <a:ext cx="2434391" cy="2418309"/>
              <a:chOff x="0" y="0"/>
              <a:chExt cx="2434391" cy="2418309"/>
            </a:xfrm>
          </p:grpSpPr>
          <p:sp>
            <p:nvSpPr>
              <p:cNvPr id="636" name="Google Shape;636;p39"/>
              <p:cNvSpPr/>
              <p:nvPr/>
            </p:nvSpPr>
            <p:spPr>
              <a:xfrm>
                <a:off x="0" y="0"/>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37" name="Google Shape;637;p39"/>
              <p:cNvSpPr/>
              <p:nvPr/>
            </p:nvSpPr>
            <p:spPr>
              <a:xfrm>
                <a:off x="0" y="486369"/>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38" name="Google Shape;638;p39"/>
              <p:cNvSpPr/>
              <p:nvPr/>
            </p:nvSpPr>
            <p:spPr>
              <a:xfrm>
                <a:off x="0" y="968253"/>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39" name="Google Shape;639;p39"/>
              <p:cNvSpPr/>
              <p:nvPr/>
            </p:nvSpPr>
            <p:spPr>
              <a:xfrm>
                <a:off x="0" y="1444740"/>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40" name="Google Shape;640;p39"/>
              <p:cNvSpPr/>
              <p:nvPr/>
            </p:nvSpPr>
            <p:spPr>
              <a:xfrm>
                <a:off x="0" y="1931111"/>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41" name="Google Shape;641;p39"/>
              <p:cNvSpPr/>
              <p:nvPr/>
            </p:nvSpPr>
            <p:spPr>
              <a:xfrm>
                <a:off x="486997" y="0"/>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42" name="Google Shape;642;p39"/>
              <p:cNvSpPr/>
              <p:nvPr/>
            </p:nvSpPr>
            <p:spPr>
              <a:xfrm>
                <a:off x="486997" y="486369"/>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43" name="Google Shape;643;p39"/>
              <p:cNvSpPr/>
              <p:nvPr/>
            </p:nvSpPr>
            <p:spPr>
              <a:xfrm>
                <a:off x="486997" y="968253"/>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44" name="Google Shape;644;p39"/>
              <p:cNvSpPr/>
              <p:nvPr/>
            </p:nvSpPr>
            <p:spPr>
              <a:xfrm>
                <a:off x="486997" y="1444740"/>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45" name="Google Shape;645;p39"/>
              <p:cNvSpPr/>
              <p:nvPr/>
            </p:nvSpPr>
            <p:spPr>
              <a:xfrm>
                <a:off x="486997" y="1931111"/>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46" name="Google Shape;646;p39"/>
              <p:cNvSpPr/>
              <p:nvPr/>
            </p:nvSpPr>
            <p:spPr>
              <a:xfrm>
                <a:off x="974945" y="0"/>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47" name="Google Shape;647;p39"/>
              <p:cNvSpPr/>
              <p:nvPr/>
            </p:nvSpPr>
            <p:spPr>
              <a:xfrm>
                <a:off x="974945" y="486369"/>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48" name="Google Shape;648;p39"/>
              <p:cNvSpPr/>
              <p:nvPr/>
            </p:nvSpPr>
            <p:spPr>
              <a:xfrm>
                <a:off x="974945" y="968253"/>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49" name="Google Shape;649;p39"/>
              <p:cNvSpPr/>
              <p:nvPr/>
            </p:nvSpPr>
            <p:spPr>
              <a:xfrm>
                <a:off x="974945" y="1444740"/>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50" name="Google Shape;650;p39"/>
              <p:cNvSpPr/>
              <p:nvPr/>
            </p:nvSpPr>
            <p:spPr>
              <a:xfrm>
                <a:off x="974945" y="1931111"/>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51" name="Google Shape;651;p39"/>
              <p:cNvSpPr/>
              <p:nvPr/>
            </p:nvSpPr>
            <p:spPr>
              <a:xfrm>
                <a:off x="1461943" y="0"/>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52" name="Google Shape;652;p39"/>
              <p:cNvSpPr/>
              <p:nvPr/>
            </p:nvSpPr>
            <p:spPr>
              <a:xfrm>
                <a:off x="1461943" y="486369"/>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53" name="Google Shape;653;p39"/>
              <p:cNvSpPr/>
              <p:nvPr/>
            </p:nvSpPr>
            <p:spPr>
              <a:xfrm>
                <a:off x="1461943" y="968253"/>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54" name="Google Shape;654;p39"/>
              <p:cNvSpPr/>
              <p:nvPr/>
            </p:nvSpPr>
            <p:spPr>
              <a:xfrm>
                <a:off x="1461943" y="1444740"/>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55" name="Google Shape;655;p39"/>
              <p:cNvSpPr/>
              <p:nvPr/>
            </p:nvSpPr>
            <p:spPr>
              <a:xfrm>
                <a:off x="1461943" y="1931111"/>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56" name="Google Shape;656;p39"/>
              <p:cNvSpPr/>
              <p:nvPr/>
            </p:nvSpPr>
            <p:spPr>
              <a:xfrm>
                <a:off x="1949891" y="2698"/>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57" name="Google Shape;657;p39"/>
              <p:cNvSpPr/>
              <p:nvPr/>
            </p:nvSpPr>
            <p:spPr>
              <a:xfrm>
                <a:off x="1949891" y="489067"/>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58" name="Google Shape;658;p39"/>
              <p:cNvSpPr/>
              <p:nvPr/>
            </p:nvSpPr>
            <p:spPr>
              <a:xfrm>
                <a:off x="1949891" y="970951"/>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59" name="Google Shape;659;p39"/>
              <p:cNvSpPr/>
              <p:nvPr/>
            </p:nvSpPr>
            <p:spPr>
              <a:xfrm>
                <a:off x="1949891" y="1447438"/>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60" name="Google Shape;660;p39"/>
              <p:cNvSpPr/>
              <p:nvPr/>
            </p:nvSpPr>
            <p:spPr>
              <a:xfrm>
                <a:off x="1949891" y="1933809"/>
                <a:ext cx="484500" cy="484500"/>
              </a:xfrm>
              <a:prstGeom prst="rect">
                <a:avLst/>
              </a:prstGeom>
              <a:solidFill>
                <a:srgbClr val="6FFDE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661" name="Google Shape;661;p39"/>
            <p:cNvSpPr txBox="1"/>
            <p:nvPr/>
          </p:nvSpPr>
          <p:spPr>
            <a:xfrm>
              <a:off x="973065" y="0"/>
              <a:ext cx="2669100" cy="91740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rgbClr val="5E5E5E"/>
                </a:buClr>
                <a:buSzPts val="1600"/>
                <a:buFont typeface="Helvetica Neue"/>
                <a:buNone/>
              </a:pPr>
              <a:r>
                <a:rPr b="1" i="0" lang="es" sz="1600" u="none" cap="none" strike="noStrike">
                  <a:solidFill>
                    <a:srgbClr val="5E5E5E"/>
                  </a:solidFill>
                  <a:latin typeface="Helvetica Neue"/>
                  <a:ea typeface="Helvetica Neue"/>
                  <a:cs typeface="Helvetica Neue"/>
                  <a:sym typeface="Helvetica Neue"/>
                </a:rPr>
                <a:t>proteins</a:t>
              </a:r>
              <a:endParaRPr sz="500"/>
            </a:p>
          </p:txBody>
        </p:sp>
        <p:sp>
          <p:nvSpPr>
            <p:cNvPr id="662" name="Google Shape;662;p39"/>
            <p:cNvSpPr txBox="1"/>
            <p:nvPr/>
          </p:nvSpPr>
          <p:spPr>
            <a:xfrm rot="-5400000">
              <a:off x="-904500" y="1505859"/>
              <a:ext cx="2726400" cy="91740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rgbClr val="5E5E5E"/>
                </a:buClr>
                <a:buSzPts val="1600"/>
                <a:buFont typeface="Helvetica Neue"/>
                <a:buNone/>
              </a:pPr>
              <a:r>
                <a:rPr b="1" i="0" lang="es" sz="1600" u="none" cap="none" strike="noStrike">
                  <a:solidFill>
                    <a:srgbClr val="5E5E5E"/>
                  </a:solidFill>
                  <a:latin typeface="Helvetica Neue"/>
                  <a:ea typeface="Helvetica Neue"/>
                  <a:cs typeface="Helvetica Neue"/>
                  <a:sym typeface="Helvetica Neue"/>
                </a:rPr>
                <a:t>proteins</a:t>
              </a:r>
              <a:endParaRPr sz="500"/>
            </a:p>
          </p:txBody>
        </p:sp>
      </p:grpSp>
      <p:grpSp>
        <p:nvGrpSpPr>
          <p:cNvPr id="663" name="Google Shape;663;p39"/>
          <p:cNvGrpSpPr/>
          <p:nvPr/>
        </p:nvGrpSpPr>
        <p:grpSpPr>
          <a:xfrm>
            <a:off x="289127" y="3374258"/>
            <a:ext cx="1365812" cy="1247910"/>
            <a:chOff x="0" y="0"/>
            <a:chExt cx="3642165" cy="3327759"/>
          </a:xfrm>
        </p:grpSpPr>
        <p:grpSp>
          <p:nvGrpSpPr>
            <p:cNvPr id="664" name="Google Shape;664;p39"/>
            <p:cNvGrpSpPr/>
            <p:nvPr/>
          </p:nvGrpSpPr>
          <p:grpSpPr>
            <a:xfrm>
              <a:off x="973065" y="755412"/>
              <a:ext cx="2434391" cy="2418309"/>
              <a:chOff x="0" y="0"/>
              <a:chExt cx="2434391" cy="2418309"/>
            </a:xfrm>
          </p:grpSpPr>
          <p:sp>
            <p:nvSpPr>
              <p:cNvPr id="665" name="Google Shape;665;p39"/>
              <p:cNvSpPr/>
              <p:nvPr/>
            </p:nvSpPr>
            <p:spPr>
              <a:xfrm>
                <a:off x="0" y="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66" name="Google Shape;666;p39"/>
              <p:cNvSpPr/>
              <p:nvPr/>
            </p:nvSpPr>
            <p:spPr>
              <a:xfrm>
                <a:off x="0" y="486369"/>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67" name="Google Shape;667;p39"/>
              <p:cNvSpPr/>
              <p:nvPr/>
            </p:nvSpPr>
            <p:spPr>
              <a:xfrm>
                <a:off x="0" y="968253"/>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68" name="Google Shape;668;p39"/>
              <p:cNvSpPr/>
              <p:nvPr/>
            </p:nvSpPr>
            <p:spPr>
              <a:xfrm>
                <a:off x="0" y="144474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69" name="Google Shape;669;p39"/>
              <p:cNvSpPr/>
              <p:nvPr/>
            </p:nvSpPr>
            <p:spPr>
              <a:xfrm>
                <a:off x="0" y="1931111"/>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70" name="Google Shape;670;p39"/>
              <p:cNvSpPr/>
              <p:nvPr/>
            </p:nvSpPr>
            <p:spPr>
              <a:xfrm>
                <a:off x="486997" y="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71" name="Google Shape;671;p39"/>
              <p:cNvSpPr/>
              <p:nvPr/>
            </p:nvSpPr>
            <p:spPr>
              <a:xfrm>
                <a:off x="486997" y="486369"/>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72" name="Google Shape;672;p39"/>
              <p:cNvSpPr/>
              <p:nvPr/>
            </p:nvSpPr>
            <p:spPr>
              <a:xfrm>
                <a:off x="486997" y="968253"/>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73" name="Google Shape;673;p39"/>
              <p:cNvSpPr/>
              <p:nvPr/>
            </p:nvSpPr>
            <p:spPr>
              <a:xfrm>
                <a:off x="486997" y="144474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74" name="Google Shape;674;p39"/>
              <p:cNvSpPr/>
              <p:nvPr/>
            </p:nvSpPr>
            <p:spPr>
              <a:xfrm>
                <a:off x="486997" y="1931111"/>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75" name="Google Shape;675;p39"/>
              <p:cNvSpPr/>
              <p:nvPr/>
            </p:nvSpPr>
            <p:spPr>
              <a:xfrm>
                <a:off x="974945" y="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76" name="Google Shape;676;p39"/>
              <p:cNvSpPr/>
              <p:nvPr/>
            </p:nvSpPr>
            <p:spPr>
              <a:xfrm>
                <a:off x="974945" y="486369"/>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77" name="Google Shape;677;p39"/>
              <p:cNvSpPr/>
              <p:nvPr/>
            </p:nvSpPr>
            <p:spPr>
              <a:xfrm>
                <a:off x="974945" y="968253"/>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78" name="Google Shape;678;p39"/>
              <p:cNvSpPr/>
              <p:nvPr/>
            </p:nvSpPr>
            <p:spPr>
              <a:xfrm>
                <a:off x="974945" y="144474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79" name="Google Shape;679;p39"/>
              <p:cNvSpPr/>
              <p:nvPr/>
            </p:nvSpPr>
            <p:spPr>
              <a:xfrm>
                <a:off x="974945" y="1931111"/>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80" name="Google Shape;680;p39"/>
              <p:cNvSpPr/>
              <p:nvPr/>
            </p:nvSpPr>
            <p:spPr>
              <a:xfrm>
                <a:off x="1461943" y="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81" name="Google Shape;681;p39"/>
              <p:cNvSpPr/>
              <p:nvPr/>
            </p:nvSpPr>
            <p:spPr>
              <a:xfrm>
                <a:off x="1461943" y="486369"/>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82" name="Google Shape;682;p39"/>
              <p:cNvSpPr/>
              <p:nvPr/>
            </p:nvSpPr>
            <p:spPr>
              <a:xfrm>
                <a:off x="1461943" y="968253"/>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83" name="Google Shape;683;p39"/>
              <p:cNvSpPr/>
              <p:nvPr/>
            </p:nvSpPr>
            <p:spPr>
              <a:xfrm>
                <a:off x="1461943" y="1444740"/>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84" name="Google Shape;684;p39"/>
              <p:cNvSpPr/>
              <p:nvPr/>
            </p:nvSpPr>
            <p:spPr>
              <a:xfrm>
                <a:off x="1461943" y="1931111"/>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85" name="Google Shape;685;p39"/>
              <p:cNvSpPr/>
              <p:nvPr/>
            </p:nvSpPr>
            <p:spPr>
              <a:xfrm>
                <a:off x="1949891" y="2698"/>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86" name="Google Shape;686;p39"/>
              <p:cNvSpPr/>
              <p:nvPr/>
            </p:nvSpPr>
            <p:spPr>
              <a:xfrm>
                <a:off x="1949891" y="489067"/>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87" name="Google Shape;687;p39"/>
              <p:cNvSpPr/>
              <p:nvPr/>
            </p:nvSpPr>
            <p:spPr>
              <a:xfrm>
                <a:off x="1949891" y="970951"/>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88" name="Google Shape;688;p39"/>
              <p:cNvSpPr/>
              <p:nvPr/>
            </p:nvSpPr>
            <p:spPr>
              <a:xfrm>
                <a:off x="1949891" y="1447438"/>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89" name="Google Shape;689;p39"/>
              <p:cNvSpPr/>
              <p:nvPr/>
            </p:nvSpPr>
            <p:spPr>
              <a:xfrm>
                <a:off x="1949891" y="1933809"/>
                <a:ext cx="484500" cy="484500"/>
              </a:xfrm>
              <a:prstGeom prst="rect">
                <a:avLst/>
              </a:prstGeom>
              <a:solidFill>
                <a:srgbClr val="EF7001">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690" name="Google Shape;690;p39"/>
            <p:cNvSpPr txBox="1"/>
            <p:nvPr/>
          </p:nvSpPr>
          <p:spPr>
            <a:xfrm>
              <a:off x="973065" y="0"/>
              <a:ext cx="2669100" cy="91740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rgbClr val="5E5E5E"/>
                </a:buClr>
                <a:buSzPts val="1600"/>
                <a:buFont typeface="Helvetica Neue"/>
                <a:buNone/>
              </a:pPr>
              <a:r>
                <a:rPr b="1" i="0" lang="es" sz="1600" u="none" cap="none" strike="noStrike">
                  <a:solidFill>
                    <a:srgbClr val="5E5E5E"/>
                  </a:solidFill>
                  <a:latin typeface="Helvetica Neue"/>
                  <a:ea typeface="Helvetica Neue"/>
                  <a:cs typeface="Helvetica Neue"/>
                  <a:sym typeface="Helvetica Neue"/>
                </a:rPr>
                <a:t>proteins</a:t>
              </a:r>
              <a:endParaRPr sz="500"/>
            </a:p>
          </p:txBody>
        </p:sp>
        <p:sp>
          <p:nvSpPr>
            <p:cNvPr id="691" name="Google Shape;691;p39"/>
            <p:cNvSpPr txBox="1"/>
            <p:nvPr/>
          </p:nvSpPr>
          <p:spPr>
            <a:xfrm rot="-5400000">
              <a:off x="-904500" y="1505859"/>
              <a:ext cx="2726400" cy="91740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rgbClr val="5E5E5E"/>
                </a:buClr>
                <a:buSzPts val="1600"/>
                <a:buFont typeface="Helvetica Neue"/>
                <a:buNone/>
              </a:pPr>
              <a:r>
                <a:rPr b="1" i="0" lang="es" sz="1600" u="none" cap="none" strike="noStrike">
                  <a:solidFill>
                    <a:srgbClr val="5E5E5E"/>
                  </a:solidFill>
                  <a:latin typeface="Helvetica Neue"/>
                  <a:ea typeface="Helvetica Neue"/>
                  <a:cs typeface="Helvetica Neue"/>
                  <a:sym typeface="Helvetica Neue"/>
                </a:rPr>
                <a:t>samples</a:t>
              </a:r>
              <a:endParaRPr sz="500"/>
            </a:p>
          </p:txBody>
        </p:sp>
      </p:grpSp>
      <p:sp>
        <p:nvSpPr>
          <p:cNvPr id="692" name="Google Shape;692;p39"/>
          <p:cNvSpPr txBox="1"/>
          <p:nvPr/>
        </p:nvSpPr>
        <p:spPr>
          <a:xfrm>
            <a:off x="1602390" y="1133686"/>
            <a:ext cx="898200" cy="343200"/>
          </a:xfrm>
          <a:prstGeom prst="rect">
            <a:avLst/>
          </a:prstGeom>
          <a:noFill/>
          <a:ln>
            <a:noFill/>
          </a:ln>
        </p:spPr>
        <p:txBody>
          <a:bodyPr anchorCtr="0" anchor="ctr" bIns="19050" lIns="19050" spcFirstLastPara="1" rIns="19050" wrap="square" tIns="19050">
            <a:spAutoFit/>
          </a:bodyPr>
          <a:lstStyle/>
          <a:p>
            <a:pPr indent="0" lvl="0" marL="0" marR="0" rtl="0" algn="ctr">
              <a:lnSpc>
                <a:spcPct val="90000"/>
              </a:lnSpc>
              <a:spcBef>
                <a:spcPts val="0"/>
              </a:spcBef>
              <a:spcAft>
                <a:spcPts val="0"/>
              </a:spcAft>
              <a:buClr>
                <a:srgbClr val="000000"/>
              </a:buClr>
              <a:buSzPts val="1100"/>
              <a:buFont typeface="Helvetica Neue"/>
              <a:buNone/>
            </a:pPr>
            <a:r>
              <a:rPr b="1" i="0" lang="es" sz="1100" u="none" cap="none" strike="noStrike">
                <a:solidFill>
                  <a:srgbClr val="000000"/>
                </a:solidFill>
                <a:latin typeface="Helvetica Neue"/>
                <a:ea typeface="Helvetica Neue"/>
                <a:cs typeface="Helvetica Neue"/>
                <a:sym typeface="Helvetica Neue"/>
              </a:rPr>
              <a:t>correlation analysis</a:t>
            </a:r>
            <a:endParaRPr sz="500"/>
          </a:p>
        </p:txBody>
      </p:sp>
      <p:sp>
        <p:nvSpPr>
          <p:cNvPr id="693" name="Google Shape;693;p39"/>
          <p:cNvSpPr/>
          <p:nvPr/>
        </p:nvSpPr>
        <p:spPr>
          <a:xfrm>
            <a:off x="1853836" y="4060537"/>
            <a:ext cx="395400" cy="395400"/>
          </a:xfrm>
          <a:prstGeom prst="rightArrow">
            <a:avLst>
              <a:gd fmla="val 32000" name="adj1"/>
              <a:gd fmla="val 64000" name="adj2"/>
            </a:avLst>
          </a:prstGeom>
          <a:gradFill>
            <a:gsLst>
              <a:gs pos="0">
                <a:srgbClr val="B41600"/>
              </a:gs>
              <a:gs pos="100000">
                <a:srgbClr val="0076B9"/>
              </a:gs>
            </a:gsLst>
            <a:lin ang="0" scaled="0"/>
          </a:gra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94" name="Google Shape;694;p39"/>
          <p:cNvSpPr txBox="1"/>
          <p:nvPr/>
        </p:nvSpPr>
        <p:spPr>
          <a:xfrm>
            <a:off x="1602390" y="3572420"/>
            <a:ext cx="898200" cy="495600"/>
          </a:xfrm>
          <a:prstGeom prst="rect">
            <a:avLst/>
          </a:prstGeom>
          <a:noFill/>
          <a:ln>
            <a:noFill/>
          </a:ln>
        </p:spPr>
        <p:txBody>
          <a:bodyPr anchorCtr="0" anchor="ctr" bIns="19050" lIns="19050" spcFirstLastPara="1" rIns="19050" wrap="square" tIns="19050">
            <a:spAutoFit/>
          </a:bodyPr>
          <a:lstStyle/>
          <a:p>
            <a:pPr indent="0" lvl="0" marL="0" marR="0" rtl="0" algn="ctr">
              <a:lnSpc>
                <a:spcPct val="90000"/>
              </a:lnSpc>
              <a:spcBef>
                <a:spcPts val="0"/>
              </a:spcBef>
              <a:spcAft>
                <a:spcPts val="0"/>
              </a:spcAft>
              <a:buClr>
                <a:srgbClr val="000000"/>
              </a:buClr>
              <a:buSzPts val="1100"/>
              <a:buFont typeface="Helvetica Neue"/>
              <a:buNone/>
            </a:pPr>
            <a:r>
              <a:rPr b="1" i="0" lang="es" sz="1100" u="none" cap="none" strike="noStrike">
                <a:solidFill>
                  <a:srgbClr val="000000"/>
                </a:solidFill>
                <a:latin typeface="Helvetica Neue"/>
                <a:ea typeface="Helvetica Neue"/>
                <a:cs typeface="Helvetica Neue"/>
                <a:sym typeface="Helvetica Neue"/>
              </a:rPr>
              <a:t>differential regulation  analysis</a:t>
            </a:r>
            <a:endParaRPr sz="500"/>
          </a:p>
        </p:txBody>
      </p:sp>
      <p:grpSp>
        <p:nvGrpSpPr>
          <p:cNvPr id="695" name="Google Shape;695;p39"/>
          <p:cNvGrpSpPr/>
          <p:nvPr/>
        </p:nvGrpSpPr>
        <p:grpSpPr>
          <a:xfrm>
            <a:off x="2630487" y="3364733"/>
            <a:ext cx="1000912" cy="1198659"/>
            <a:chOff x="0" y="0"/>
            <a:chExt cx="2669100" cy="3196423"/>
          </a:xfrm>
        </p:grpSpPr>
        <p:grpSp>
          <p:nvGrpSpPr>
            <p:cNvPr id="696" name="Google Shape;696;p39"/>
            <p:cNvGrpSpPr/>
            <p:nvPr/>
          </p:nvGrpSpPr>
          <p:grpSpPr>
            <a:xfrm>
              <a:off x="0" y="780812"/>
              <a:ext cx="484500" cy="2415611"/>
              <a:chOff x="0" y="0"/>
              <a:chExt cx="484500" cy="2415611"/>
            </a:xfrm>
          </p:grpSpPr>
          <p:sp>
            <p:nvSpPr>
              <p:cNvPr id="697" name="Google Shape;697;p39"/>
              <p:cNvSpPr/>
              <p:nvPr/>
            </p:nvSpPr>
            <p:spPr>
              <a:xfrm>
                <a:off x="0" y="0"/>
                <a:ext cx="484500" cy="484500"/>
              </a:xfrm>
              <a:prstGeom prst="rect">
                <a:avLst/>
              </a:prstGeom>
              <a:solidFill>
                <a:srgbClr val="B41600">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98" name="Google Shape;698;p39"/>
              <p:cNvSpPr/>
              <p:nvPr/>
            </p:nvSpPr>
            <p:spPr>
              <a:xfrm>
                <a:off x="0" y="486369"/>
                <a:ext cx="484500" cy="484500"/>
              </a:xfrm>
              <a:prstGeom prst="rect">
                <a:avLst/>
              </a:prstGeom>
              <a:solidFill>
                <a:srgbClr val="B41600">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699" name="Google Shape;699;p39"/>
              <p:cNvSpPr/>
              <p:nvPr/>
            </p:nvSpPr>
            <p:spPr>
              <a:xfrm>
                <a:off x="0" y="968253"/>
                <a:ext cx="484500" cy="484500"/>
              </a:xfrm>
              <a:prstGeom prst="rect">
                <a:avLst/>
              </a:prstGeom>
              <a:solidFill>
                <a:srgbClr val="B41600">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00" name="Google Shape;700;p39"/>
              <p:cNvSpPr/>
              <p:nvPr/>
            </p:nvSpPr>
            <p:spPr>
              <a:xfrm>
                <a:off x="0" y="1444740"/>
                <a:ext cx="484500" cy="4845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01" name="Google Shape;701;p39"/>
              <p:cNvSpPr/>
              <p:nvPr/>
            </p:nvSpPr>
            <p:spPr>
              <a:xfrm>
                <a:off x="0" y="1931111"/>
                <a:ext cx="484500" cy="484500"/>
              </a:xfrm>
              <a:prstGeom prst="rect">
                <a:avLst/>
              </a:prstGeom>
              <a:solidFill>
                <a:srgbClr val="004C7F">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702" name="Google Shape;702;p39"/>
            <p:cNvSpPr txBox="1"/>
            <p:nvPr/>
          </p:nvSpPr>
          <p:spPr>
            <a:xfrm>
              <a:off x="0" y="0"/>
              <a:ext cx="2669100" cy="91740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rgbClr val="5E5E5E"/>
                </a:buClr>
                <a:buSzPts val="1600"/>
                <a:buFont typeface="Helvetica Neue"/>
                <a:buNone/>
              </a:pPr>
              <a:r>
                <a:rPr b="1" i="0" lang="es" sz="1600" u="none" cap="none" strike="noStrike">
                  <a:solidFill>
                    <a:srgbClr val="5E5E5E"/>
                  </a:solidFill>
                  <a:latin typeface="Helvetica Neue"/>
                  <a:ea typeface="Helvetica Neue"/>
                  <a:cs typeface="Helvetica Neue"/>
                  <a:sym typeface="Helvetica Neue"/>
                </a:rPr>
                <a:t>proteins</a:t>
              </a:r>
              <a:endParaRPr sz="500"/>
            </a:p>
          </p:txBody>
        </p:sp>
      </p:grpSp>
      <p:sp>
        <p:nvSpPr>
          <p:cNvPr id="703" name="Google Shape;703;p39"/>
          <p:cNvSpPr/>
          <p:nvPr/>
        </p:nvSpPr>
        <p:spPr>
          <a:xfrm>
            <a:off x="4122754" y="3227433"/>
            <a:ext cx="395400" cy="395400"/>
          </a:xfrm>
          <a:prstGeom prst="rightArrow">
            <a:avLst>
              <a:gd fmla="val 32000" name="adj1"/>
              <a:gd fmla="val 64000" name="adj2"/>
            </a:avLst>
          </a:prstGeom>
          <a:solidFill>
            <a:srgbClr val="FE958C"/>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04" name="Google Shape;704;p39"/>
          <p:cNvSpPr txBox="1"/>
          <p:nvPr/>
        </p:nvSpPr>
        <p:spPr>
          <a:xfrm>
            <a:off x="3849334" y="2616829"/>
            <a:ext cx="942000" cy="495600"/>
          </a:xfrm>
          <a:prstGeom prst="rect">
            <a:avLst/>
          </a:prstGeom>
          <a:noFill/>
          <a:ln>
            <a:noFill/>
          </a:ln>
        </p:spPr>
        <p:txBody>
          <a:bodyPr anchorCtr="0" anchor="ctr" bIns="19050" lIns="19050" spcFirstLastPara="1" rIns="19050" wrap="square" tIns="19050">
            <a:spAutoFit/>
          </a:bodyPr>
          <a:lstStyle/>
          <a:p>
            <a:pPr indent="0" lvl="0" marL="0" marR="0" rtl="0" algn="ctr">
              <a:lnSpc>
                <a:spcPct val="90000"/>
              </a:lnSpc>
              <a:spcBef>
                <a:spcPts val="0"/>
              </a:spcBef>
              <a:spcAft>
                <a:spcPts val="0"/>
              </a:spcAft>
              <a:buClr>
                <a:srgbClr val="000000"/>
              </a:buClr>
              <a:buSzPts val="1100"/>
              <a:buFont typeface="Helvetica Neue"/>
              <a:buNone/>
            </a:pPr>
            <a:r>
              <a:rPr b="1" i="0" lang="es" sz="1100" u="none" cap="none" strike="noStrike">
                <a:solidFill>
                  <a:srgbClr val="000000"/>
                </a:solidFill>
                <a:latin typeface="Helvetica Neue"/>
                <a:ea typeface="Helvetica Neue"/>
                <a:cs typeface="Helvetica Neue"/>
                <a:sym typeface="Helvetica Neue"/>
              </a:rPr>
              <a:t>Protein-protein Interaction network</a:t>
            </a:r>
            <a:endParaRPr sz="500"/>
          </a:p>
        </p:txBody>
      </p:sp>
      <p:sp>
        <p:nvSpPr>
          <p:cNvPr id="705" name="Google Shape;705;p39"/>
          <p:cNvSpPr/>
          <p:nvPr/>
        </p:nvSpPr>
        <p:spPr>
          <a:xfrm>
            <a:off x="4122754" y="4568898"/>
            <a:ext cx="395400" cy="395400"/>
          </a:xfrm>
          <a:prstGeom prst="rightArrow">
            <a:avLst>
              <a:gd fmla="val 32000" name="adj1"/>
              <a:gd fmla="val 64000" name="adj2"/>
            </a:avLst>
          </a:prstGeom>
          <a:solidFill>
            <a:srgbClr val="FF94CA"/>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06" name="Google Shape;706;p39"/>
          <p:cNvSpPr txBox="1"/>
          <p:nvPr/>
        </p:nvSpPr>
        <p:spPr>
          <a:xfrm>
            <a:off x="3849334" y="4171772"/>
            <a:ext cx="942000" cy="343200"/>
          </a:xfrm>
          <a:prstGeom prst="rect">
            <a:avLst/>
          </a:prstGeom>
          <a:noFill/>
          <a:ln>
            <a:noFill/>
          </a:ln>
        </p:spPr>
        <p:txBody>
          <a:bodyPr anchorCtr="0" anchor="ctr" bIns="19050" lIns="19050" spcFirstLastPara="1" rIns="19050" wrap="square" tIns="19050">
            <a:spAutoFit/>
          </a:bodyPr>
          <a:lstStyle/>
          <a:p>
            <a:pPr indent="0" lvl="0" marL="0" marR="0" rtl="0" algn="ctr">
              <a:lnSpc>
                <a:spcPct val="90000"/>
              </a:lnSpc>
              <a:spcBef>
                <a:spcPts val="0"/>
              </a:spcBef>
              <a:spcAft>
                <a:spcPts val="0"/>
              </a:spcAft>
              <a:buClr>
                <a:srgbClr val="000000"/>
              </a:buClr>
              <a:buSzPts val="1100"/>
              <a:buFont typeface="Helvetica Neue"/>
              <a:buNone/>
            </a:pPr>
            <a:r>
              <a:rPr b="1" i="0" lang="es" sz="1100" u="none" cap="none" strike="noStrike">
                <a:solidFill>
                  <a:srgbClr val="000000"/>
                </a:solidFill>
                <a:latin typeface="Helvetica Neue"/>
                <a:ea typeface="Helvetica Neue"/>
                <a:cs typeface="Helvetica Neue"/>
                <a:sym typeface="Helvetica Neue"/>
              </a:rPr>
              <a:t>functional enrichment </a:t>
            </a:r>
            <a:endParaRPr sz="500"/>
          </a:p>
        </p:txBody>
      </p:sp>
      <p:sp>
        <p:nvSpPr>
          <p:cNvPr id="707" name="Google Shape;707;p39"/>
          <p:cNvSpPr/>
          <p:nvPr/>
        </p:nvSpPr>
        <p:spPr>
          <a:xfrm>
            <a:off x="4851119" y="1079122"/>
            <a:ext cx="1423200" cy="1061100"/>
          </a:xfrm>
          <a:prstGeom prst="roundRect">
            <a:avLst>
              <a:gd fmla="val 20116" name="adj"/>
            </a:avLst>
          </a:prstGeom>
          <a:noFill/>
          <a:ln cap="flat" cmpd="sng" w="33350">
            <a:solidFill>
              <a:schemeClr val="accent2"/>
            </a:solidFill>
            <a:prstDash val="dot"/>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08" name="Google Shape;708;p39"/>
          <p:cNvSpPr/>
          <p:nvPr/>
        </p:nvSpPr>
        <p:spPr>
          <a:xfrm>
            <a:off x="4122754" y="1495259"/>
            <a:ext cx="395400" cy="395400"/>
          </a:xfrm>
          <a:prstGeom prst="rightArrow">
            <a:avLst>
              <a:gd fmla="val 32000" name="adj1"/>
              <a:gd fmla="val 64000" name="adj2"/>
            </a:avLst>
          </a:prstGeom>
          <a:solidFill>
            <a:srgbClr val="6FFDEA"/>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09" name="Google Shape;709;p39"/>
          <p:cNvSpPr txBox="1"/>
          <p:nvPr/>
        </p:nvSpPr>
        <p:spPr>
          <a:xfrm>
            <a:off x="3849334" y="1083162"/>
            <a:ext cx="942000" cy="343200"/>
          </a:xfrm>
          <a:prstGeom prst="rect">
            <a:avLst/>
          </a:prstGeom>
          <a:noFill/>
          <a:ln>
            <a:noFill/>
          </a:ln>
        </p:spPr>
        <p:txBody>
          <a:bodyPr anchorCtr="0" anchor="ctr" bIns="19050" lIns="19050" spcFirstLastPara="1" rIns="19050" wrap="square" tIns="19050">
            <a:spAutoFit/>
          </a:bodyPr>
          <a:lstStyle/>
          <a:p>
            <a:pPr indent="0" lvl="0" marL="0" marR="0" rtl="0" algn="ctr">
              <a:lnSpc>
                <a:spcPct val="90000"/>
              </a:lnSpc>
              <a:spcBef>
                <a:spcPts val="0"/>
              </a:spcBef>
              <a:spcAft>
                <a:spcPts val="0"/>
              </a:spcAft>
              <a:buClr>
                <a:srgbClr val="000000"/>
              </a:buClr>
              <a:buSzPts val="1100"/>
              <a:buFont typeface="Helvetica Neue"/>
              <a:buNone/>
            </a:pPr>
            <a:r>
              <a:rPr b="1" i="0" lang="es" sz="1100" u="none" cap="none" strike="noStrike">
                <a:solidFill>
                  <a:srgbClr val="000000"/>
                </a:solidFill>
                <a:latin typeface="Helvetica Neue"/>
                <a:ea typeface="Helvetica Neue"/>
                <a:cs typeface="Helvetica Neue"/>
                <a:sym typeface="Helvetica Neue"/>
              </a:rPr>
              <a:t>correlation network </a:t>
            </a:r>
            <a:endParaRPr sz="500"/>
          </a:p>
        </p:txBody>
      </p:sp>
      <p:sp>
        <p:nvSpPr>
          <p:cNvPr id="710" name="Google Shape;710;p39"/>
          <p:cNvSpPr/>
          <p:nvPr/>
        </p:nvSpPr>
        <p:spPr>
          <a:xfrm>
            <a:off x="4851119" y="2703973"/>
            <a:ext cx="1423200" cy="1061100"/>
          </a:xfrm>
          <a:prstGeom prst="roundRect">
            <a:avLst>
              <a:gd fmla="val 20116" name="adj"/>
            </a:avLst>
          </a:prstGeom>
          <a:noFill/>
          <a:ln cap="flat" cmpd="sng" w="33350">
            <a:solidFill>
              <a:schemeClr val="accent5"/>
            </a:solidFill>
            <a:prstDash val="dot"/>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nvGrpSpPr>
          <p:cNvPr id="711" name="Google Shape;711;p39"/>
          <p:cNvGrpSpPr/>
          <p:nvPr/>
        </p:nvGrpSpPr>
        <p:grpSpPr>
          <a:xfrm>
            <a:off x="4879797" y="3855702"/>
            <a:ext cx="1365812" cy="1224097"/>
            <a:chOff x="0" y="0"/>
            <a:chExt cx="3642165" cy="3264259"/>
          </a:xfrm>
        </p:grpSpPr>
        <p:grpSp>
          <p:nvGrpSpPr>
            <p:cNvPr id="712" name="Google Shape;712;p39"/>
            <p:cNvGrpSpPr/>
            <p:nvPr/>
          </p:nvGrpSpPr>
          <p:grpSpPr>
            <a:xfrm>
              <a:off x="973065" y="691912"/>
              <a:ext cx="2434391" cy="2418309"/>
              <a:chOff x="0" y="0"/>
              <a:chExt cx="2434391" cy="2418309"/>
            </a:xfrm>
          </p:grpSpPr>
          <p:sp>
            <p:nvSpPr>
              <p:cNvPr id="713" name="Google Shape;713;p39"/>
              <p:cNvSpPr/>
              <p:nvPr/>
            </p:nvSpPr>
            <p:spPr>
              <a:xfrm>
                <a:off x="0" y="0"/>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14" name="Google Shape;714;p39"/>
              <p:cNvSpPr/>
              <p:nvPr/>
            </p:nvSpPr>
            <p:spPr>
              <a:xfrm>
                <a:off x="0" y="486369"/>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15" name="Google Shape;715;p39"/>
              <p:cNvSpPr/>
              <p:nvPr/>
            </p:nvSpPr>
            <p:spPr>
              <a:xfrm>
                <a:off x="0" y="968253"/>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16" name="Google Shape;716;p39"/>
              <p:cNvSpPr/>
              <p:nvPr/>
            </p:nvSpPr>
            <p:spPr>
              <a:xfrm>
                <a:off x="0" y="1444740"/>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17" name="Google Shape;717;p39"/>
              <p:cNvSpPr/>
              <p:nvPr/>
            </p:nvSpPr>
            <p:spPr>
              <a:xfrm>
                <a:off x="0" y="1931111"/>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18" name="Google Shape;718;p39"/>
              <p:cNvSpPr/>
              <p:nvPr/>
            </p:nvSpPr>
            <p:spPr>
              <a:xfrm>
                <a:off x="486997" y="0"/>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19" name="Google Shape;719;p39"/>
              <p:cNvSpPr/>
              <p:nvPr/>
            </p:nvSpPr>
            <p:spPr>
              <a:xfrm>
                <a:off x="486997" y="486369"/>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20" name="Google Shape;720;p39"/>
              <p:cNvSpPr/>
              <p:nvPr/>
            </p:nvSpPr>
            <p:spPr>
              <a:xfrm>
                <a:off x="486997" y="968253"/>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21" name="Google Shape;721;p39"/>
              <p:cNvSpPr/>
              <p:nvPr/>
            </p:nvSpPr>
            <p:spPr>
              <a:xfrm>
                <a:off x="486997" y="1444740"/>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22" name="Google Shape;722;p39"/>
              <p:cNvSpPr/>
              <p:nvPr/>
            </p:nvSpPr>
            <p:spPr>
              <a:xfrm>
                <a:off x="486997" y="1931111"/>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23" name="Google Shape;723;p39"/>
              <p:cNvSpPr/>
              <p:nvPr/>
            </p:nvSpPr>
            <p:spPr>
              <a:xfrm>
                <a:off x="974945" y="0"/>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24" name="Google Shape;724;p39"/>
              <p:cNvSpPr/>
              <p:nvPr/>
            </p:nvSpPr>
            <p:spPr>
              <a:xfrm>
                <a:off x="974945" y="486369"/>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25" name="Google Shape;725;p39"/>
              <p:cNvSpPr/>
              <p:nvPr/>
            </p:nvSpPr>
            <p:spPr>
              <a:xfrm>
                <a:off x="974945" y="968253"/>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26" name="Google Shape;726;p39"/>
              <p:cNvSpPr/>
              <p:nvPr/>
            </p:nvSpPr>
            <p:spPr>
              <a:xfrm>
                <a:off x="974945" y="1444740"/>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27" name="Google Shape;727;p39"/>
              <p:cNvSpPr/>
              <p:nvPr/>
            </p:nvSpPr>
            <p:spPr>
              <a:xfrm>
                <a:off x="974945" y="1931111"/>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28" name="Google Shape;728;p39"/>
              <p:cNvSpPr/>
              <p:nvPr/>
            </p:nvSpPr>
            <p:spPr>
              <a:xfrm>
                <a:off x="1461943" y="0"/>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29" name="Google Shape;729;p39"/>
              <p:cNvSpPr/>
              <p:nvPr/>
            </p:nvSpPr>
            <p:spPr>
              <a:xfrm>
                <a:off x="1461943" y="486369"/>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30" name="Google Shape;730;p39"/>
              <p:cNvSpPr/>
              <p:nvPr/>
            </p:nvSpPr>
            <p:spPr>
              <a:xfrm>
                <a:off x="1461943" y="968253"/>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31" name="Google Shape;731;p39"/>
              <p:cNvSpPr/>
              <p:nvPr/>
            </p:nvSpPr>
            <p:spPr>
              <a:xfrm>
                <a:off x="1461943" y="1444740"/>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32" name="Google Shape;732;p39"/>
              <p:cNvSpPr/>
              <p:nvPr/>
            </p:nvSpPr>
            <p:spPr>
              <a:xfrm>
                <a:off x="1461943" y="1931111"/>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33" name="Google Shape;733;p39"/>
              <p:cNvSpPr/>
              <p:nvPr/>
            </p:nvSpPr>
            <p:spPr>
              <a:xfrm>
                <a:off x="1949891" y="2698"/>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34" name="Google Shape;734;p39"/>
              <p:cNvSpPr/>
              <p:nvPr/>
            </p:nvSpPr>
            <p:spPr>
              <a:xfrm>
                <a:off x="1949891" y="489067"/>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35" name="Google Shape;735;p39"/>
              <p:cNvSpPr/>
              <p:nvPr/>
            </p:nvSpPr>
            <p:spPr>
              <a:xfrm>
                <a:off x="1949891" y="970951"/>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36" name="Google Shape;736;p39"/>
              <p:cNvSpPr/>
              <p:nvPr/>
            </p:nvSpPr>
            <p:spPr>
              <a:xfrm>
                <a:off x="1949891" y="1447438"/>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37" name="Google Shape;737;p39"/>
              <p:cNvSpPr/>
              <p:nvPr/>
            </p:nvSpPr>
            <p:spPr>
              <a:xfrm>
                <a:off x="1949891" y="1933809"/>
                <a:ext cx="484500" cy="484500"/>
              </a:xfrm>
              <a:prstGeom prst="rect">
                <a:avLst/>
              </a:prstGeom>
              <a:solidFill>
                <a:srgbClr val="FF94CA">
                  <a:alpha val="55690"/>
                </a:srgbClr>
              </a:solidFill>
              <a:ln cap="flat" cmpd="sng" w="9525">
                <a:solidFill>
                  <a:srgbClr val="316EAB">
                    <a:alpha val="55690"/>
                  </a:srgbClr>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738" name="Google Shape;738;p39"/>
            <p:cNvSpPr txBox="1"/>
            <p:nvPr/>
          </p:nvSpPr>
          <p:spPr>
            <a:xfrm>
              <a:off x="973065" y="0"/>
              <a:ext cx="2669100" cy="91740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rgbClr val="5E5E5E"/>
                </a:buClr>
                <a:buSzPts val="1600"/>
                <a:buFont typeface="Helvetica Neue"/>
                <a:buNone/>
              </a:pPr>
              <a:r>
                <a:rPr b="1" i="0" lang="es" sz="1600" u="none" cap="none" strike="noStrike">
                  <a:solidFill>
                    <a:srgbClr val="5E5E5E"/>
                  </a:solidFill>
                  <a:latin typeface="Helvetica Neue"/>
                  <a:ea typeface="Helvetica Neue"/>
                  <a:cs typeface="Helvetica Neue"/>
                  <a:sym typeface="Helvetica Neue"/>
                </a:rPr>
                <a:t>functions</a:t>
              </a:r>
              <a:endParaRPr sz="500"/>
            </a:p>
          </p:txBody>
        </p:sp>
        <p:sp>
          <p:nvSpPr>
            <p:cNvPr id="739" name="Google Shape;739;p39"/>
            <p:cNvSpPr txBox="1"/>
            <p:nvPr/>
          </p:nvSpPr>
          <p:spPr>
            <a:xfrm rot="-5400000">
              <a:off x="-904500" y="1442359"/>
              <a:ext cx="2726400" cy="917400"/>
            </a:xfrm>
            <a:prstGeom prst="rect">
              <a:avLst/>
            </a:prstGeom>
            <a:noFill/>
            <a:ln>
              <a:noFill/>
            </a:ln>
          </p:spPr>
          <p:txBody>
            <a:bodyPr anchorCtr="0" anchor="ctr" bIns="19050" lIns="19050" spcFirstLastPara="1" rIns="19050" wrap="square" tIns="19050">
              <a:noAutofit/>
            </a:bodyPr>
            <a:lstStyle/>
            <a:p>
              <a:pPr indent="0" lvl="0" marL="0" marR="0" rtl="0" algn="l">
                <a:lnSpc>
                  <a:spcPct val="90000"/>
                </a:lnSpc>
                <a:spcBef>
                  <a:spcPts val="0"/>
                </a:spcBef>
                <a:spcAft>
                  <a:spcPts val="0"/>
                </a:spcAft>
                <a:buClr>
                  <a:srgbClr val="5E5E5E"/>
                </a:buClr>
                <a:buSzPts val="1600"/>
                <a:buFont typeface="Helvetica Neue"/>
                <a:buNone/>
              </a:pPr>
              <a:r>
                <a:rPr b="1" i="0" lang="es" sz="1600" u="none" cap="none" strike="noStrike">
                  <a:solidFill>
                    <a:srgbClr val="5E5E5E"/>
                  </a:solidFill>
                  <a:latin typeface="Helvetica Neue"/>
                  <a:ea typeface="Helvetica Neue"/>
                  <a:cs typeface="Helvetica Neue"/>
                  <a:sym typeface="Helvetica Neue"/>
                </a:rPr>
                <a:t>proteins</a:t>
              </a:r>
              <a:endParaRPr sz="500"/>
            </a:p>
          </p:txBody>
        </p:sp>
      </p:grpSp>
      <p:sp>
        <p:nvSpPr>
          <p:cNvPr id="740" name="Google Shape;740;p39"/>
          <p:cNvSpPr/>
          <p:nvPr/>
        </p:nvSpPr>
        <p:spPr>
          <a:xfrm>
            <a:off x="6550331" y="4568898"/>
            <a:ext cx="395400" cy="395400"/>
          </a:xfrm>
          <a:prstGeom prst="rightArrow">
            <a:avLst>
              <a:gd fmla="val 32000" name="adj1"/>
              <a:gd fmla="val 64000" name="adj2"/>
            </a:avLst>
          </a:prstGeom>
          <a:solidFill>
            <a:srgbClr val="FF94CA"/>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41" name="Google Shape;741;p39"/>
          <p:cNvSpPr txBox="1"/>
          <p:nvPr/>
        </p:nvSpPr>
        <p:spPr>
          <a:xfrm>
            <a:off x="6276912" y="4068773"/>
            <a:ext cx="942000" cy="495600"/>
          </a:xfrm>
          <a:prstGeom prst="rect">
            <a:avLst/>
          </a:prstGeom>
          <a:noFill/>
          <a:ln>
            <a:noFill/>
          </a:ln>
        </p:spPr>
        <p:txBody>
          <a:bodyPr anchorCtr="0" anchor="ctr" bIns="19050" lIns="19050" spcFirstLastPara="1" rIns="19050" wrap="square" tIns="19050">
            <a:spAutoFit/>
          </a:bodyPr>
          <a:lstStyle/>
          <a:p>
            <a:pPr indent="0" lvl="0" marL="0" marR="0" rtl="0" algn="ctr">
              <a:lnSpc>
                <a:spcPct val="90000"/>
              </a:lnSpc>
              <a:spcBef>
                <a:spcPts val="0"/>
              </a:spcBef>
              <a:spcAft>
                <a:spcPts val="0"/>
              </a:spcAft>
              <a:buClr>
                <a:srgbClr val="000000"/>
              </a:buClr>
              <a:buSzPts val="1100"/>
              <a:buFont typeface="Helvetica Neue"/>
              <a:buNone/>
            </a:pPr>
            <a:r>
              <a:rPr b="1" i="0" lang="es" sz="1100" u="none" cap="none" strike="noStrike">
                <a:solidFill>
                  <a:srgbClr val="000000"/>
                </a:solidFill>
                <a:latin typeface="Helvetica Neue"/>
                <a:ea typeface="Helvetica Neue"/>
                <a:cs typeface="Helvetica Neue"/>
                <a:sym typeface="Helvetica Neue"/>
              </a:rPr>
              <a:t>functional enrichment network</a:t>
            </a:r>
            <a:endParaRPr sz="500"/>
          </a:p>
        </p:txBody>
      </p:sp>
      <p:sp>
        <p:nvSpPr>
          <p:cNvPr id="742" name="Google Shape;742;p39"/>
          <p:cNvSpPr/>
          <p:nvPr/>
        </p:nvSpPr>
        <p:spPr>
          <a:xfrm>
            <a:off x="7466142" y="4020855"/>
            <a:ext cx="1423200" cy="1061100"/>
          </a:xfrm>
          <a:prstGeom prst="roundRect">
            <a:avLst>
              <a:gd fmla="val 20116" name="adj"/>
            </a:avLst>
          </a:prstGeom>
          <a:noFill/>
          <a:ln cap="flat" cmpd="sng" w="33350">
            <a:solidFill>
              <a:srgbClr val="FF94CA"/>
            </a:solidFill>
            <a:prstDash val="dot"/>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cxnSp>
        <p:nvCxnSpPr>
          <p:cNvPr id="743" name="Google Shape;743;p39"/>
          <p:cNvCxnSpPr>
            <a:stCxn id="744" idx="0"/>
            <a:endCxn id="745" idx="0"/>
          </p:cNvCxnSpPr>
          <p:nvPr/>
        </p:nvCxnSpPr>
        <p:spPr>
          <a:xfrm flipH="1" rot="10800000">
            <a:off x="5119996" y="1388323"/>
            <a:ext cx="293100" cy="55500"/>
          </a:xfrm>
          <a:prstGeom prst="straightConnector1">
            <a:avLst/>
          </a:prstGeom>
          <a:noFill/>
          <a:ln cap="flat" cmpd="sng" w="19050">
            <a:solidFill>
              <a:srgbClr val="D5D5D5"/>
            </a:solidFill>
            <a:prstDash val="solid"/>
            <a:miter lim="400000"/>
            <a:headEnd len="sm" w="sm" type="none"/>
            <a:tailEnd len="sm" w="sm" type="none"/>
          </a:ln>
        </p:spPr>
      </p:cxnSp>
      <p:cxnSp>
        <p:nvCxnSpPr>
          <p:cNvPr id="746" name="Google Shape;746;p39"/>
          <p:cNvCxnSpPr>
            <a:stCxn id="747" idx="0"/>
            <a:endCxn id="745" idx="0"/>
          </p:cNvCxnSpPr>
          <p:nvPr/>
        </p:nvCxnSpPr>
        <p:spPr>
          <a:xfrm flipH="1" rot="10800000">
            <a:off x="5322183" y="1388289"/>
            <a:ext cx="90900" cy="409200"/>
          </a:xfrm>
          <a:prstGeom prst="straightConnector1">
            <a:avLst/>
          </a:prstGeom>
          <a:noFill/>
          <a:ln cap="flat" cmpd="sng" w="19050">
            <a:solidFill>
              <a:srgbClr val="D5D5D5"/>
            </a:solidFill>
            <a:prstDash val="solid"/>
            <a:miter lim="400000"/>
            <a:headEnd len="sm" w="sm" type="none"/>
            <a:tailEnd len="sm" w="sm" type="none"/>
          </a:ln>
        </p:spPr>
      </p:cxnSp>
      <p:sp>
        <p:nvSpPr>
          <p:cNvPr id="748" name="Google Shape;748;p39"/>
          <p:cNvSpPr/>
          <p:nvPr/>
        </p:nvSpPr>
        <p:spPr>
          <a:xfrm>
            <a:off x="5600810" y="1301219"/>
            <a:ext cx="115425" cy="115425"/>
          </a:xfrm>
          <a:prstGeom prst="ellipse">
            <a:avLst/>
          </a:prstGeom>
          <a:solidFill>
            <a:srgbClr val="6FFDEA"/>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cxnSp>
        <p:nvCxnSpPr>
          <p:cNvPr id="749" name="Google Shape;749;p39"/>
          <p:cNvCxnSpPr>
            <a:stCxn id="748" idx="0"/>
            <a:endCxn id="745" idx="0"/>
          </p:cNvCxnSpPr>
          <p:nvPr/>
        </p:nvCxnSpPr>
        <p:spPr>
          <a:xfrm flipH="1">
            <a:off x="5412822" y="1301219"/>
            <a:ext cx="245700" cy="87000"/>
          </a:xfrm>
          <a:prstGeom prst="straightConnector1">
            <a:avLst/>
          </a:prstGeom>
          <a:noFill/>
          <a:ln cap="flat" cmpd="sng" w="19050">
            <a:solidFill>
              <a:srgbClr val="D5D5D5"/>
            </a:solidFill>
            <a:prstDash val="solid"/>
            <a:miter lim="400000"/>
            <a:headEnd len="sm" w="sm" type="none"/>
            <a:tailEnd len="sm" w="sm" type="none"/>
          </a:ln>
        </p:spPr>
      </p:cxnSp>
      <p:cxnSp>
        <p:nvCxnSpPr>
          <p:cNvPr id="750" name="Google Shape;750;p39"/>
          <p:cNvCxnSpPr>
            <a:stCxn id="751" idx="0"/>
            <a:endCxn id="747" idx="0"/>
          </p:cNvCxnSpPr>
          <p:nvPr/>
        </p:nvCxnSpPr>
        <p:spPr>
          <a:xfrm flipH="1">
            <a:off x="5322157" y="1683150"/>
            <a:ext cx="385800" cy="114300"/>
          </a:xfrm>
          <a:prstGeom prst="straightConnector1">
            <a:avLst/>
          </a:prstGeom>
          <a:noFill/>
          <a:ln cap="flat" cmpd="sng" w="19050">
            <a:solidFill>
              <a:srgbClr val="D5D5D5"/>
            </a:solidFill>
            <a:prstDash val="solid"/>
            <a:miter lim="400000"/>
            <a:headEnd len="sm" w="sm" type="none"/>
            <a:tailEnd len="sm" w="sm" type="none"/>
          </a:ln>
        </p:spPr>
      </p:cxnSp>
      <p:cxnSp>
        <p:nvCxnSpPr>
          <p:cNvPr id="752" name="Google Shape;752;p39"/>
          <p:cNvCxnSpPr>
            <a:stCxn id="751" idx="0"/>
            <a:endCxn id="745" idx="0"/>
          </p:cNvCxnSpPr>
          <p:nvPr/>
        </p:nvCxnSpPr>
        <p:spPr>
          <a:xfrm rot="10800000">
            <a:off x="5413057" y="1388250"/>
            <a:ext cx="294900" cy="294900"/>
          </a:xfrm>
          <a:prstGeom prst="straightConnector1">
            <a:avLst/>
          </a:prstGeom>
          <a:noFill/>
          <a:ln cap="flat" cmpd="sng" w="19050">
            <a:solidFill>
              <a:srgbClr val="D5D5D5"/>
            </a:solidFill>
            <a:prstDash val="solid"/>
            <a:miter lim="400000"/>
            <a:headEnd len="sm" w="sm" type="none"/>
            <a:tailEnd len="sm" w="sm" type="none"/>
          </a:ln>
        </p:spPr>
      </p:cxnSp>
      <p:cxnSp>
        <p:nvCxnSpPr>
          <p:cNvPr id="753" name="Google Shape;753;p39"/>
          <p:cNvCxnSpPr>
            <a:stCxn id="754" idx="0"/>
            <a:endCxn id="745" idx="0"/>
          </p:cNvCxnSpPr>
          <p:nvPr/>
        </p:nvCxnSpPr>
        <p:spPr>
          <a:xfrm rot="10800000">
            <a:off x="5412876" y="1388417"/>
            <a:ext cx="554700" cy="69300"/>
          </a:xfrm>
          <a:prstGeom prst="straightConnector1">
            <a:avLst/>
          </a:prstGeom>
          <a:noFill/>
          <a:ln cap="flat" cmpd="sng" w="19050">
            <a:solidFill>
              <a:srgbClr val="D5D5D5"/>
            </a:solidFill>
            <a:prstDash val="solid"/>
            <a:miter lim="400000"/>
            <a:headEnd len="sm" w="sm" type="none"/>
            <a:tailEnd len="sm" w="sm" type="none"/>
          </a:ln>
        </p:spPr>
      </p:cxnSp>
      <p:cxnSp>
        <p:nvCxnSpPr>
          <p:cNvPr id="755" name="Google Shape;755;p39"/>
          <p:cNvCxnSpPr>
            <a:stCxn id="756" idx="0"/>
            <a:endCxn id="757" idx="0"/>
          </p:cNvCxnSpPr>
          <p:nvPr/>
        </p:nvCxnSpPr>
        <p:spPr>
          <a:xfrm flipH="1" rot="10800000">
            <a:off x="5119959" y="2990786"/>
            <a:ext cx="293100" cy="55500"/>
          </a:xfrm>
          <a:prstGeom prst="straightConnector1">
            <a:avLst/>
          </a:prstGeom>
          <a:noFill/>
          <a:ln cap="flat" cmpd="sng" w="19050">
            <a:solidFill>
              <a:srgbClr val="D5D5D5"/>
            </a:solidFill>
            <a:prstDash val="solid"/>
            <a:miter lim="400000"/>
            <a:headEnd len="sm" w="sm" type="none"/>
            <a:tailEnd len="sm" w="sm" type="none"/>
          </a:ln>
        </p:spPr>
      </p:cxnSp>
      <p:cxnSp>
        <p:nvCxnSpPr>
          <p:cNvPr id="758" name="Google Shape;758;p39"/>
          <p:cNvCxnSpPr>
            <a:stCxn id="759" idx="0"/>
            <a:endCxn id="757" idx="0"/>
          </p:cNvCxnSpPr>
          <p:nvPr/>
        </p:nvCxnSpPr>
        <p:spPr>
          <a:xfrm flipH="1" rot="10800000">
            <a:off x="5322126" y="2990751"/>
            <a:ext cx="90900" cy="409200"/>
          </a:xfrm>
          <a:prstGeom prst="straightConnector1">
            <a:avLst/>
          </a:prstGeom>
          <a:noFill/>
          <a:ln cap="flat" cmpd="sng" w="19050">
            <a:solidFill>
              <a:srgbClr val="D5D5D5"/>
            </a:solidFill>
            <a:prstDash val="solid"/>
            <a:miter lim="400000"/>
            <a:headEnd len="sm" w="sm" type="none"/>
            <a:tailEnd len="sm" w="sm" type="none"/>
          </a:ln>
        </p:spPr>
      </p:cxnSp>
      <p:cxnSp>
        <p:nvCxnSpPr>
          <p:cNvPr id="760" name="Google Shape;760;p39"/>
          <p:cNvCxnSpPr>
            <a:stCxn id="761" idx="0"/>
            <a:endCxn id="757" idx="0"/>
          </p:cNvCxnSpPr>
          <p:nvPr/>
        </p:nvCxnSpPr>
        <p:spPr>
          <a:xfrm flipH="1">
            <a:off x="5413122" y="2903681"/>
            <a:ext cx="245400" cy="87000"/>
          </a:xfrm>
          <a:prstGeom prst="straightConnector1">
            <a:avLst/>
          </a:prstGeom>
          <a:noFill/>
          <a:ln cap="flat" cmpd="sng" w="19050">
            <a:solidFill>
              <a:srgbClr val="D5D5D5"/>
            </a:solidFill>
            <a:prstDash val="solid"/>
            <a:miter lim="400000"/>
            <a:headEnd len="sm" w="sm" type="none"/>
            <a:tailEnd len="sm" w="sm" type="none"/>
          </a:ln>
        </p:spPr>
      </p:cxnSp>
      <p:cxnSp>
        <p:nvCxnSpPr>
          <p:cNvPr id="762" name="Google Shape;762;p39"/>
          <p:cNvCxnSpPr>
            <a:stCxn id="763" idx="0"/>
            <a:endCxn id="759" idx="0"/>
          </p:cNvCxnSpPr>
          <p:nvPr/>
        </p:nvCxnSpPr>
        <p:spPr>
          <a:xfrm flipH="1">
            <a:off x="5322120" y="3285612"/>
            <a:ext cx="385800" cy="114300"/>
          </a:xfrm>
          <a:prstGeom prst="straightConnector1">
            <a:avLst/>
          </a:prstGeom>
          <a:noFill/>
          <a:ln cap="flat" cmpd="sng" w="19050">
            <a:solidFill>
              <a:srgbClr val="D5D5D5"/>
            </a:solidFill>
            <a:prstDash val="solid"/>
            <a:miter lim="400000"/>
            <a:headEnd len="sm" w="sm" type="none"/>
            <a:tailEnd len="sm" w="sm" type="none"/>
          </a:ln>
        </p:spPr>
      </p:cxnSp>
      <p:cxnSp>
        <p:nvCxnSpPr>
          <p:cNvPr id="764" name="Google Shape;764;p39"/>
          <p:cNvCxnSpPr>
            <a:stCxn id="763" idx="0"/>
            <a:endCxn id="757" idx="0"/>
          </p:cNvCxnSpPr>
          <p:nvPr/>
        </p:nvCxnSpPr>
        <p:spPr>
          <a:xfrm rot="10800000">
            <a:off x="5413020" y="2990712"/>
            <a:ext cx="294900" cy="294900"/>
          </a:xfrm>
          <a:prstGeom prst="straightConnector1">
            <a:avLst/>
          </a:prstGeom>
          <a:noFill/>
          <a:ln cap="flat" cmpd="sng" w="19050">
            <a:solidFill>
              <a:srgbClr val="D5D5D5"/>
            </a:solidFill>
            <a:prstDash val="solid"/>
            <a:miter lim="400000"/>
            <a:headEnd len="sm" w="sm" type="none"/>
            <a:tailEnd len="sm" w="sm" type="none"/>
          </a:ln>
        </p:spPr>
      </p:cxnSp>
      <p:cxnSp>
        <p:nvCxnSpPr>
          <p:cNvPr id="765" name="Google Shape;765;p39"/>
          <p:cNvCxnSpPr>
            <a:stCxn id="766" idx="0"/>
            <a:endCxn id="757" idx="0"/>
          </p:cNvCxnSpPr>
          <p:nvPr/>
        </p:nvCxnSpPr>
        <p:spPr>
          <a:xfrm rot="10800000">
            <a:off x="5412933" y="2990879"/>
            <a:ext cx="554700" cy="69300"/>
          </a:xfrm>
          <a:prstGeom prst="straightConnector1">
            <a:avLst/>
          </a:prstGeom>
          <a:noFill/>
          <a:ln cap="flat" cmpd="sng" w="19050">
            <a:solidFill>
              <a:srgbClr val="D5D5D5"/>
            </a:solidFill>
            <a:prstDash val="solid"/>
            <a:miter lim="400000"/>
            <a:headEnd len="sm" w="sm" type="none"/>
            <a:tailEnd len="sm" w="sm" type="none"/>
          </a:ln>
        </p:spPr>
      </p:cxnSp>
      <p:sp>
        <p:nvSpPr>
          <p:cNvPr id="766" name="Google Shape;766;p39"/>
          <p:cNvSpPr/>
          <p:nvPr/>
        </p:nvSpPr>
        <p:spPr>
          <a:xfrm>
            <a:off x="5872176" y="3060179"/>
            <a:ext cx="190913" cy="190913"/>
          </a:xfrm>
          <a:prstGeom prst="ellipse">
            <a:avLst/>
          </a:prstGeom>
          <a:solidFill>
            <a:srgbClr val="FE958C"/>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cxnSp>
        <p:nvCxnSpPr>
          <p:cNvPr id="767" name="Google Shape;767;p39"/>
          <p:cNvCxnSpPr>
            <a:stCxn id="768" idx="0"/>
            <a:endCxn id="761" idx="0"/>
          </p:cNvCxnSpPr>
          <p:nvPr/>
        </p:nvCxnSpPr>
        <p:spPr>
          <a:xfrm flipH="1">
            <a:off x="5658599" y="2779747"/>
            <a:ext cx="289500" cy="123900"/>
          </a:xfrm>
          <a:prstGeom prst="straightConnector1">
            <a:avLst/>
          </a:prstGeom>
          <a:noFill/>
          <a:ln cap="flat" cmpd="sng" w="19050">
            <a:solidFill>
              <a:srgbClr val="D5D5D5"/>
            </a:solidFill>
            <a:prstDash val="solid"/>
            <a:miter lim="400000"/>
            <a:headEnd len="sm" w="sm" type="none"/>
            <a:tailEnd len="sm" w="sm" type="none"/>
          </a:ln>
        </p:spPr>
      </p:cxnSp>
      <p:cxnSp>
        <p:nvCxnSpPr>
          <p:cNvPr id="769" name="Google Shape;769;p39"/>
          <p:cNvCxnSpPr>
            <a:stCxn id="770" idx="0"/>
            <a:endCxn id="771" idx="0"/>
          </p:cNvCxnSpPr>
          <p:nvPr/>
        </p:nvCxnSpPr>
        <p:spPr>
          <a:xfrm flipH="1" rot="10800000">
            <a:off x="7734981" y="4330056"/>
            <a:ext cx="293100" cy="55500"/>
          </a:xfrm>
          <a:prstGeom prst="straightConnector1">
            <a:avLst/>
          </a:prstGeom>
          <a:noFill/>
          <a:ln cap="flat" cmpd="sng" w="19050">
            <a:solidFill>
              <a:srgbClr val="D5D5D5"/>
            </a:solidFill>
            <a:prstDash val="solid"/>
            <a:miter lim="400000"/>
            <a:headEnd len="sm" w="sm" type="none"/>
            <a:tailEnd len="sm" w="sm" type="none"/>
          </a:ln>
        </p:spPr>
      </p:cxnSp>
      <p:cxnSp>
        <p:nvCxnSpPr>
          <p:cNvPr id="772" name="Google Shape;772;p39"/>
          <p:cNvCxnSpPr>
            <a:stCxn id="773" idx="0"/>
            <a:endCxn id="771" idx="0"/>
          </p:cNvCxnSpPr>
          <p:nvPr/>
        </p:nvCxnSpPr>
        <p:spPr>
          <a:xfrm flipH="1" rot="10800000">
            <a:off x="7937149" y="4330022"/>
            <a:ext cx="90900" cy="409200"/>
          </a:xfrm>
          <a:prstGeom prst="straightConnector1">
            <a:avLst/>
          </a:prstGeom>
          <a:noFill/>
          <a:ln cap="flat" cmpd="sng" w="19050">
            <a:solidFill>
              <a:srgbClr val="D5D5D5"/>
            </a:solidFill>
            <a:prstDash val="solid"/>
            <a:miter lim="400000"/>
            <a:headEnd len="sm" w="sm" type="none"/>
            <a:tailEnd len="sm" w="sm" type="none"/>
          </a:ln>
        </p:spPr>
      </p:cxnSp>
      <p:cxnSp>
        <p:nvCxnSpPr>
          <p:cNvPr id="774" name="Google Shape;774;p39"/>
          <p:cNvCxnSpPr>
            <a:stCxn id="775" idx="0"/>
            <a:endCxn id="771" idx="0"/>
          </p:cNvCxnSpPr>
          <p:nvPr/>
        </p:nvCxnSpPr>
        <p:spPr>
          <a:xfrm flipH="1">
            <a:off x="8028145" y="4242952"/>
            <a:ext cx="245400" cy="87000"/>
          </a:xfrm>
          <a:prstGeom prst="straightConnector1">
            <a:avLst/>
          </a:prstGeom>
          <a:noFill/>
          <a:ln cap="flat" cmpd="sng" w="19050">
            <a:solidFill>
              <a:srgbClr val="D5D5D5"/>
            </a:solidFill>
            <a:prstDash val="solid"/>
            <a:miter lim="400000"/>
            <a:headEnd len="sm" w="sm" type="none"/>
            <a:tailEnd len="sm" w="sm" type="none"/>
          </a:ln>
        </p:spPr>
      </p:cxnSp>
      <p:cxnSp>
        <p:nvCxnSpPr>
          <p:cNvPr id="776" name="Google Shape;776;p39"/>
          <p:cNvCxnSpPr>
            <a:stCxn id="777" idx="0"/>
            <a:endCxn id="773" idx="0"/>
          </p:cNvCxnSpPr>
          <p:nvPr/>
        </p:nvCxnSpPr>
        <p:spPr>
          <a:xfrm flipH="1">
            <a:off x="7937142" y="4624883"/>
            <a:ext cx="385800" cy="114300"/>
          </a:xfrm>
          <a:prstGeom prst="straightConnector1">
            <a:avLst/>
          </a:prstGeom>
          <a:noFill/>
          <a:ln cap="flat" cmpd="sng" w="19050">
            <a:solidFill>
              <a:srgbClr val="D5D5D5"/>
            </a:solidFill>
            <a:prstDash val="solid"/>
            <a:miter lim="400000"/>
            <a:headEnd len="sm" w="sm" type="none"/>
            <a:tailEnd len="sm" w="sm" type="none"/>
          </a:ln>
        </p:spPr>
      </p:cxnSp>
      <p:cxnSp>
        <p:nvCxnSpPr>
          <p:cNvPr id="778" name="Google Shape;778;p39"/>
          <p:cNvCxnSpPr>
            <a:stCxn id="777" idx="0"/>
            <a:endCxn id="771" idx="0"/>
          </p:cNvCxnSpPr>
          <p:nvPr/>
        </p:nvCxnSpPr>
        <p:spPr>
          <a:xfrm rot="10800000">
            <a:off x="8028042" y="4329983"/>
            <a:ext cx="294900" cy="294900"/>
          </a:xfrm>
          <a:prstGeom prst="straightConnector1">
            <a:avLst/>
          </a:prstGeom>
          <a:noFill/>
          <a:ln cap="flat" cmpd="sng" w="19050">
            <a:solidFill>
              <a:srgbClr val="D5D5D5"/>
            </a:solidFill>
            <a:prstDash val="solid"/>
            <a:miter lim="400000"/>
            <a:headEnd len="sm" w="sm" type="none"/>
            <a:tailEnd len="sm" w="sm" type="none"/>
          </a:ln>
        </p:spPr>
      </p:cxnSp>
      <p:cxnSp>
        <p:nvCxnSpPr>
          <p:cNvPr id="779" name="Google Shape;779;p39"/>
          <p:cNvCxnSpPr>
            <a:stCxn id="780" idx="0"/>
            <a:endCxn id="771" idx="0"/>
          </p:cNvCxnSpPr>
          <p:nvPr/>
        </p:nvCxnSpPr>
        <p:spPr>
          <a:xfrm rot="10800000">
            <a:off x="8027955" y="4330150"/>
            <a:ext cx="554700" cy="69300"/>
          </a:xfrm>
          <a:prstGeom prst="straightConnector1">
            <a:avLst/>
          </a:prstGeom>
          <a:noFill/>
          <a:ln cap="flat" cmpd="sng" w="19050">
            <a:solidFill>
              <a:srgbClr val="D5D5D5"/>
            </a:solidFill>
            <a:prstDash val="solid"/>
            <a:miter lim="400000"/>
            <a:headEnd len="sm" w="sm" type="none"/>
            <a:tailEnd len="sm" w="sm" type="none"/>
          </a:ln>
        </p:spPr>
      </p:cxnSp>
      <p:cxnSp>
        <p:nvCxnSpPr>
          <p:cNvPr id="781" name="Google Shape;781;p39"/>
          <p:cNvCxnSpPr>
            <a:stCxn id="782" idx="0"/>
            <a:endCxn id="775" idx="0"/>
          </p:cNvCxnSpPr>
          <p:nvPr/>
        </p:nvCxnSpPr>
        <p:spPr>
          <a:xfrm flipH="1">
            <a:off x="8273621" y="4119018"/>
            <a:ext cx="289500" cy="123900"/>
          </a:xfrm>
          <a:prstGeom prst="straightConnector1">
            <a:avLst/>
          </a:prstGeom>
          <a:noFill/>
          <a:ln cap="flat" cmpd="sng" w="19050">
            <a:solidFill>
              <a:srgbClr val="D5D5D5"/>
            </a:solidFill>
            <a:prstDash val="solid"/>
            <a:miter lim="400000"/>
            <a:headEnd len="sm" w="sm" type="none"/>
            <a:tailEnd len="sm" w="sm" type="none"/>
          </a:ln>
        </p:spPr>
      </p:cxnSp>
      <p:sp>
        <p:nvSpPr>
          <p:cNvPr id="783" name="Google Shape;783;p39"/>
          <p:cNvSpPr/>
          <p:nvPr/>
        </p:nvSpPr>
        <p:spPr>
          <a:xfrm>
            <a:off x="6550331" y="1414463"/>
            <a:ext cx="395400" cy="395400"/>
          </a:xfrm>
          <a:prstGeom prst="rightArrow">
            <a:avLst>
              <a:gd fmla="val 32000" name="adj1"/>
              <a:gd fmla="val 64000" name="adj2"/>
            </a:avLst>
          </a:prstGeom>
          <a:solidFill>
            <a:srgbClr val="5E5E5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84" name="Google Shape;784;p39"/>
          <p:cNvSpPr/>
          <p:nvPr/>
        </p:nvSpPr>
        <p:spPr>
          <a:xfrm>
            <a:off x="6550331" y="2943547"/>
            <a:ext cx="395400" cy="395400"/>
          </a:xfrm>
          <a:prstGeom prst="rightArrow">
            <a:avLst>
              <a:gd fmla="val 32000" name="adj1"/>
              <a:gd fmla="val 64000" name="adj2"/>
            </a:avLst>
          </a:prstGeom>
          <a:solidFill>
            <a:srgbClr val="5E5E5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85" name="Google Shape;785;p39"/>
          <p:cNvSpPr/>
          <p:nvPr/>
        </p:nvSpPr>
        <p:spPr>
          <a:xfrm rot="-5400000">
            <a:off x="7980073" y="3477058"/>
            <a:ext cx="395400" cy="395400"/>
          </a:xfrm>
          <a:prstGeom prst="rightArrow">
            <a:avLst>
              <a:gd fmla="val 32000" name="adj1"/>
              <a:gd fmla="val 64000" name="adj2"/>
            </a:avLst>
          </a:prstGeom>
          <a:solidFill>
            <a:srgbClr val="5E5E5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86" name="Google Shape;786;p39"/>
          <p:cNvSpPr txBox="1"/>
          <p:nvPr/>
        </p:nvSpPr>
        <p:spPr>
          <a:xfrm>
            <a:off x="6276912" y="887327"/>
            <a:ext cx="942000" cy="343200"/>
          </a:xfrm>
          <a:prstGeom prst="rect">
            <a:avLst/>
          </a:prstGeom>
          <a:noFill/>
          <a:ln>
            <a:noFill/>
          </a:ln>
        </p:spPr>
        <p:txBody>
          <a:bodyPr anchorCtr="0" anchor="ctr" bIns="19050" lIns="19050" spcFirstLastPara="1" rIns="19050" wrap="square" tIns="19050">
            <a:spAutoFit/>
          </a:bodyPr>
          <a:lstStyle/>
          <a:p>
            <a:pPr indent="0" lvl="0" marL="0" marR="0" rtl="0" algn="ctr">
              <a:lnSpc>
                <a:spcPct val="90000"/>
              </a:lnSpc>
              <a:spcBef>
                <a:spcPts val="0"/>
              </a:spcBef>
              <a:spcAft>
                <a:spcPts val="0"/>
              </a:spcAft>
              <a:buClr>
                <a:srgbClr val="000000"/>
              </a:buClr>
              <a:buSzPts val="1100"/>
              <a:buFont typeface="Helvetica Neue"/>
              <a:buNone/>
            </a:pPr>
            <a:r>
              <a:rPr b="1" i="0" lang="es" sz="1100" u="none" cap="none" strike="noStrike">
                <a:solidFill>
                  <a:srgbClr val="000000"/>
                </a:solidFill>
                <a:latin typeface="Helvetica Neue"/>
                <a:ea typeface="Helvetica Neue"/>
                <a:cs typeface="Helvetica Neue"/>
                <a:sym typeface="Helvetica Neue"/>
              </a:rPr>
              <a:t>knowledge graph </a:t>
            </a:r>
            <a:endParaRPr sz="500"/>
          </a:p>
        </p:txBody>
      </p:sp>
      <p:sp>
        <p:nvSpPr>
          <p:cNvPr id="787" name="Google Shape;787;p39"/>
          <p:cNvSpPr/>
          <p:nvPr/>
        </p:nvSpPr>
        <p:spPr>
          <a:xfrm>
            <a:off x="7330793" y="1210498"/>
            <a:ext cx="1693800" cy="2125350"/>
          </a:xfrm>
          <a:prstGeom prst="roundRect">
            <a:avLst>
              <a:gd fmla="val 15000" name="adj"/>
            </a:avLst>
          </a:prstGeom>
          <a:noFill/>
          <a:ln cap="flat" cmpd="sng" w="33350">
            <a:solidFill>
              <a:srgbClr val="929292"/>
            </a:solidFill>
            <a:prstDash val="dot"/>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788" name="Google Shape;788;p39"/>
          <p:cNvSpPr/>
          <p:nvPr/>
        </p:nvSpPr>
        <p:spPr>
          <a:xfrm>
            <a:off x="7751178" y="2011182"/>
            <a:ext cx="115425" cy="115425"/>
          </a:xfrm>
          <a:prstGeom prst="ellipse">
            <a:avLst/>
          </a:prstGeom>
          <a:solidFill>
            <a:srgbClr val="D5D5D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cxnSp>
        <p:nvCxnSpPr>
          <p:cNvPr id="789" name="Google Shape;789;p39"/>
          <p:cNvCxnSpPr>
            <a:stCxn id="788" idx="0"/>
            <a:endCxn id="790" idx="0"/>
          </p:cNvCxnSpPr>
          <p:nvPr/>
        </p:nvCxnSpPr>
        <p:spPr>
          <a:xfrm flipH="1" rot="10800000">
            <a:off x="7808891" y="1955682"/>
            <a:ext cx="293100" cy="55500"/>
          </a:xfrm>
          <a:prstGeom prst="straightConnector1">
            <a:avLst/>
          </a:prstGeom>
          <a:noFill/>
          <a:ln cap="flat" cmpd="sng" w="19050">
            <a:solidFill>
              <a:srgbClr val="D5D5D5"/>
            </a:solidFill>
            <a:prstDash val="solid"/>
            <a:miter lim="400000"/>
            <a:headEnd len="sm" w="sm" type="none"/>
            <a:tailEnd len="sm" w="sm" type="none"/>
          </a:ln>
        </p:spPr>
      </p:cxnSp>
      <p:cxnSp>
        <p:nvCxnSpPr>
          <p:cNvPr id="791" name="Google Shape;791;p39"/>
          <p:cNvCxnSpPr>
            <a:stCxn id="792" idx="0"/>
            <a:endCxn id="790" idx="0"/>
          </p:cNvCxnSpPr>
          <p:nvPr/>
        </p:nvCxnSpPr>
        <p:spPr>
          <a:xfrm rot="10800000">
            <a:off x="8101933" y="1955687"/>
            <a:ext cx="0" cy="489000"/>
          </a:xfrm>
          <a:prstGeom prst="straightConnector1">
            <a:avLst/>
          </a:prstGeom>
          <a:noFill/>
          <a:ln cap="flat" cmpd="sng" w="19050">
            <a:solidFill>
              <a:srgbClr val="D5D5D5"/>
            </a:solidFill>
            <a:prstDash val="solid"/>
            <a:miter lim="400000"/>
            <a:headEnd len="sm" w="sm" type="none"/>
            <a:tailEnd len="sm" w="sm" type="none"/>
          </a:ln>
        </p:spPr>
      </p:cxnSp>
      <p:cxnSp>
        <p:nvCxnSpPr>
          <p:cNvPr id="793" name="Google Shape;793;p39"/>
          <p:cNvCxnSpPr>
            <a:stCxn id="794" idx="0"/>
            <a:endCxn id="790" idx="0"/>
          </p:cNvCxnSpPr>
          <p:nvPr/>
        </p:nvCxnSpPr>
        <p:spPr>
          <a:xfrm flipH="1">
            <a:off x="8102055" y="1868578"/>
            <a:ext cx="245400" cy="87000"/>
          </a:xfrm>
          <a:prstGeom prst="straightConnector1">
            <a:avLst/>
          </a:prstGeom>
          <a:noFill/>
          <a:ln cap="flat" cmpd="sng" w="19050">
            <a:solidFill>
              <a:srgbClr val="D5D5D5"/>
            </a:solidFill>
            <a:prstDash val="solid"/>
            <a:miter lim="400000"/>
            <a:headEnd len="sm" w="sm" type="none"/>
            <a:tailEnd len="sm" w="sm" type="none"/>
          </a:ln>
        </p:spPr>
      </p:cxnSp>
      <p:cxnSp>
        <p:nvCxnSpPr>
          <p:cNvPr id="795" name="Google Shape;795;p39"/>
          <p:cNvCxnSpPr>
            <a:stCxn id="796" idx="0"/>
            <a:endCxn id="792" idx="0"/>
          </p:cNvCxnSpPr>
          <p:nvPr/>
        </p:nvCxnSpPr>
        <p:spPr>
          <a:xfrm flipH="1">
            <a:off x="8101952" y="2250509"/>
            <a:ext cx="294900" cy="194100"/>
          </a:xfrm>
          <a:prstGeom prst="straightConnector1">
            <a:avLst/>
          </a:prstGeom>
          <a:noFill/>
          <a:ln cap="flat" cmpd="sng" w="19050">
            <a:solidFill>
              <a:srgbClr val="D5D5D5"/>
            </a:solidFill>
            <a:prstDash val="solid"/>
            <a:miter lim="400000"/>
            <a:headEnd len="sm" w="sm" type="none"/>
            <a:tailEnd len="sm" w="sm" type="none"/>
          </a:ln>
        </p:spPr>
      </p:cxnSp>
      <p:cxnSp>
        <p:nvCxnSpPr>
          <p:cNvPr id="797" name="Google Shape;797;p39"/>
          <p:cNvCxnSpPr>
            <a:stCxn id="796" idx="0"/>
            <a:endCxn id="790" idx="0"/>
          </p:cNvCxnSpPr>
          <p:nvPr/>
        </p:nvCxnSpPr>
        <p:spPr>
          <a:xfrm rot="10800000">
            <a:off x="8101952" y="1955609"/>
            <a:ext cx="294900" cy="294900"/>
          </a:xfrm>
          <a:prstGeom prst="straightConnector1">
            <a:avLst/>
          </a:prstGeom>
          <a:noFill/>
          <a:ln cap="flat" cmpd="sng" w="19050">
            <a:solidFill>
              <a:srgbClr val="D5D5D5"/>
            </a:solidFill>
            <a:prstDash val="solid"/>
            <a:miter lim="400000"/>
            <a:headEnd len="sm" w="sm" type="none"/>
            <a:tailEnd len="sm" w="sm" type="none"/>
          </a:ln>
        </p:spPr>
      </p:cxnSp>
      <p:cxnSp>
        <p:nvCxnSpPr>
          <p:cNvPr id="798" name="Google Shape;798;p39"/>
          <p:cNvCxnSpPr>
            <a:stCxn id="799" idx="0"/>
            <a:endCxn id="790" idx="0"/>
          </p:cNvCxnSpPr>
          <p:nvPr/>
        </p:nvCxnSpPr>
        <p:spPr>
          <a:xfrm rot="10800000">
            <a:off x="8101865" y="1955776"/>
            <a:ext cx="554700" cy="69300"/>
          </a:xfrm>
          <a:prstGeom prst="straightConnector1">
            <a:avLst/>
          </a:prstGeom>
          <a:noFill/>
          <a:ln cap="flat" cmpd="sng" w="19050">
            <a:solidFill>
              <a:srgbClr val="D5D5D5"/>
            </a:solidFill>
            <a:prstDash val="solid"/>
            <a:miter lim="400000"/>
            <a:headEnd len="sm" w="sm" type="none"/>
            <a:tailEnd len="sm" w="sm" type="none"/>
          </a:ln>
        </p:spPr>
      </p:cxnSp>
      <p:cxnSp>
        <p:nvCxnSpPr>
          <p:cNvPr id="800" name="Google Shape;800;p39"/>
          <p:cNvCxnSpPr>
            <a:stCxn id="801" idx="0"/>
            <a:endCxn id="794" idx="0"/>
          </p:cNvCxnSpPr>
          <p:nvPr/>
        </p:nvCxnSpPr>
        <p:spPr>
          <a:xfrm flipH="1">
            <a:off x="8347532" y="1744644"/>
            <a:ext cx="289500" cy="123900"/>
          </a:xfrm>
          <a:prstGeom prst="straightConnector1">
            <a:avLst/>
          </a:prstGeom>
          <a:noFill/>
          <a:ln cap="flat" cmpd="sng" w="19050">
            <a:solidFill>
              <a:srgbClr val="D5D5D5"/>
            </a:solidFill>
            <a:prstDash val="solid"/>
            <a:miter lim="400000"/>
            <a:headEnd len="sm" w="sm" type="none"/>
            <a:tailEnd len="sm" w="sm" type="none"/>
          </a:ln>
        </p:spPr>
      </p:cxnSp>
      <p:cxnSp>
        <p:nvCxnSpPr>
          <p:cNvPr id="802" name="Google Shape;802;p39"/>
          <p:cNvCxnSpPr>
            <a:stCxn id="803" idx="0"/>
            <a:endCxn id="790" idx="0"/>
          </p:cNvCxnSpPr>
          <p:nvPr/>
        </p:nvCxnSpPr>
        <p:spPr>
          <a:xfrm flipH="1">
            <a:off x="8101832" y="1519841"/>
            <a:ext cx="322800" cy="435900"/>
          </a:xfrm>
          <a:prstGeom prst="straightConnector1">
            <a:avLst/>
          </a:prstGeom>
          <a:noFill/>
          <a:ln cap="flat" cmpd="sng" w="19050">
            <a:solidFill>
              <a:srgbClr val="D5D5D5"/>
            </a:solidFill>
            <a:prstDash val="solid"/>
            <a:miter lim="400000"/>
            <a:headEnd len="sm" w="sm" type="none"/>
            <a:tailEnd len="sm" w="sm" type="none"/>
          </a:ln>
        </p:spPr>
      </p:cxnSp>
      <p:cxnSp>
        <p:nvCxnSpPr>
          <p:cNvPr id="804" name="Google Shape;804;p39"/>
          <p:cNvCxnSpPr>
            <a:stCxn id="805" idx="0"/>
            <a:endCxn id="790" idx="0"/>
          </p:cNvCxnSpPr>
          <p:nvPr/>
        </p:nvCxnSpPr>
        <p:spPr>
          <a:xfrm>
            <a:off x="7950790" y="1399285"/>
            <a:ext cx="151200" cy="556500"/>
          </a:xfrm>
          <a:prstGeom prst="straightConnector1">
            <a:avLst/>
          </a:prstGeom>
          <a:noFill/>
          <a:ln cap="flat" cmpd="sng" w="19050">
            <a:solidFill>
              <a:srgbClr val="D5D5D5"/>
            </a:solidFill>
            <a:prstDash val="solid"/>
            <a:miter lim="400000"/>
            <a:headEnd len="sm" w="sm" type="none"/>
            <a:tailEnd len="sm" w="sm" type="none"/>
          </a:ln>
        </p:spPr>
      </p:cxnSp>
      <p:cxnSp>
        <p:nvCxnSpPr>
          <p:cNvPr id="806" name="Google Shape;806;p39"/>
          <p:cNvCxnSpPr>
            <a:stCxn id="805" idx="0"/>
            <a:endCxn id="803" idx="0"/>
          </p:cNvCxnSpPr>
          <p:nvPr/>
        </p:nvCxnSpPr>
        <p:spPr>
          <a:xfrm>
            <a:off x="7950790" y="1399285"/>
            <a:ext cx="473700" cy="120600"/>
          </a:xfrm>
          <a:prstGeom prst="straightConnector1">
            <a:avLst/>
          </a:prstGeom>
          <a:noFill/>
          <a:ln cap="flat" cmpd="sng" w="19050">
            <a:solidFill>
              <a:srgbClr val="D5D5D5"/>
            </a:solidFill>
            <a:prstDash val="solid"/>
            <a:miter lim="400000"/>
            <a:headEnd len="sm" w="sm" type="none"/>
            <a:tailEnd len="sm" w="sm" type="none"/>
          </a:ln>
        </p:spPr>
      </p:cxnSp>
      <p:cxnSp>
        <p:nvCxnSpPr>
          <p:cNvPr id="807" name="Google Shape;807;p39"/>
          <p:cNvCxnSpPr>
            <a:stCxn id="808" idx="0"/>
            <a:endCxn id="788" idx="0"/>
          </p:cNvCxnSpPr>
          <p:nvPr/>
        </p:nvCxnSpPr>
        <p:spPr>
          <a:xfrm>
            <a:off x="7651371" y="1741574"/>
            <a:ext cx="157500" cy="269700"/>
          </a:xfrm>
          <a:prstGeom prst="straightConnector1">
            <a:avLst/>
          </a:prstGeom>
          <a:noFill/>
          <a:ln cap="flat" cmpd="sng" w="19050">
            <a:solidFill>
              <a:srgbClr val="D5D5D5"/>
            </a:solidFill>
            <a:prstDash val="solid"/>
            <a:miter lim="400000"/>
            <a:headEnd len="sm" w="sm" type="none"/>
            <a:tailEnd len="sm" w="sm" type="none"/>
          </a:ln>
        </p:spPr>
      </p:cxnSp>
      <p:cxnSp>
        <p:nvCxnSpPr>
          <p:cNvPr id="809" name="Google Shape;809;p39"/>
          <p:cNvCxnSpPr>
            <a:stCxn id="810" idx="0"/>
            <a:endCxn id="790" idx="0"/>
          </p:cNvCxnSpPr>
          <p:nvPr/>
        </p:nvCxnSpPr>
        <p:spPr>
          <a:xfrm flipH="1" rot="10800000">
            <a:off x="7622832" y="1955607"/>
            <a:ext cx="479100" cy="249900"/>
          </a:xfrm>
          <a:prstGeom prst="straightConnector1">
            <a:avLst/>
          </a:prstGeom>
          <a:noFill/>
          <a:ln cap="flat" cmpd="sng" w="19050">
            <a:solidFill>
              <a:srgbClr val="D5D5D5"/>
            </a:solidFill>
            <a:prstDash val="solid"/>
            <a:miter lim="400000"/>
            <a:headEnd len="sm" w="sm" type="none"/>
            <a:tailEnd len="sm" w="sm" type="none"/>
          </a:ln>
        </p:spPr>
      </p:cxnSp>
      <p:cxnSp>
        <p:nvCxnSpPr>
          <p:cNvPr id="811" name="Google Shape;811;p39"/>
          <p:cNvCxnSpPr>
            <a:stCxn id="810" idx="0"/>
            <a:endCxn id="792" idx="0"/>
          </p:cNvCxnSpPr>
          <p:nvPr/>
        </p:nvCxnSpPr>
        <p:spPr>
          <a:xfrm>
            <a:off x="7622832" y="2205507"/>
            <a:ext cx="479100" cy="239100"/>
          </a:xfrm>
          <a:prstGeom prst="straightConnector1">
            <a:avLst/>
          </a:prstGeom>
          <a:noFill/>
          <a:ln cap="flat" cmpd="sng" w="19050">
            <a:solidFill>
              <a:srgbClr val="D5D5D5"/>
            </a:solidFill>
            <a:prstDash val="solid"/>
            <a:miter lim="400000"/>
            <a:headEnd len="sm" w="sm" type="none"/>
            <a:tailEnd len="sm" w="sm" type="none"/>
          </a:ln>
        </p:spPr>
      </p:cxnSp>
      <p:cxnSp>
        <p:nvCxnSpPr>
          <p:cNvPr id="812" name="Google Shape;812;p39"/>
          <p:cNvCxnSpPr>
            <a:stCxn id="810" idx="0"/>
            <a:endCxn id="788" idx="0"/>
          </p:cNvCxnSpPr>
          <p:nvPr/>
        </p:nvCxnSpPr>
        <p:spPr>
          <a:xfrm flipH="1" rot="10800000">
            <a:off x="7622832" y="2011107"/>
            <a:ext cx="186000" cy="194400"/>
          </a:xfrm>
          <a:prstGeom prst="straightConnector1">
            <a:avLst/>
          </a:prstGeom>
          <a:noFill/>
          <a:ln cap="flat" cmpd="sng" w="19050">
            <a:solidFill>
              <a:srgbClr val="D5D5D5"/>
            </a:solidFill>
            <a:prstDash val="solid"/>
            <a:miter lim="400000"/>
            <a:headEnd len="sm" w="sm" type="none"/>
            <a:tailEnd len="sm" w="sm" type="none"/>
          </a:ln>
        </p:spPr>
      </p:cxnSp>
      <p:cxnSp>
        <p:nvCxnSpPr>
          <p:cNvPr id="813" name="Google Shape;813;p39"/>
          <p:cNvCxnSpPr>
            <a:stCxn id="792" idx="0"/>
            <a:endCxn id="814" idx="0"/>
          </p:cNvCxnSpPr>
          <p:nvPr/>
        </p:nvCxnSpPr>
        <p:spPr>
          <a:xfrm>
            <a:off x="8101933" y="2444687"/>
            <a:ext cx="0" cy="361200"/>
          </a:xfrm>
          <a:prstGeom prst="straightConnector1">
            <a:avLst/>
          </a:prstGeom>
          <a:noFill/>
          <a:ln cap="flat" cmpd="sng" w="19050">
            <a:solidFill>
              <a:srgbClr val="D5D5D5"/>
            </a:solidFill>
            <a:prstDash val="solid"/>
            <a:miter lim="400000"/>
            <a:headEnd len="sm" w="sm" type="none"/>
            <a:tailEnd len="sm" w="sm" type="none"/>
          </a:ln>
        </p:spPr>
      </p:cxnSp>
      <p:cxnSp>
        <p:nvCxnSpPr>
          <p:cNvPr id="815" name="Google Shape;815;p39"/>
          <p:cNvCxnSpPr>
            <a:stCxn id="792" idx="0"/>
            <a:endCxn id="816" idx="0"/>
          </p:cNvCxnSpPr>
          <p:nvPr/>
        </p:nvCxnSpPr>
        <p:spPr>
          <a:xfrm>
            <a:off x="8101933" y="2444687"/>
            <a:ext cx="697500" cy="467400"/>
          </a:xfrm>
          <a:prstGeom prst="straightConnector1">
            <a:avLst/>
          </a:prstGeom>
          <a:noFill/>
          <a:ln cap="flat" cmpd="sng" w="19050">
            <a:solidFill>
              <a:srgbClr val="D5D5D5"/>
            </a:solidFill>
            <a:prstDash val="solid"/>
            <a:miter lim="400000"/>
            <a:headEnd len="sm" w="sm" type="none"/>
            <a:tailEnd len="sm" w="sm" type="none"/>
          </a:ln>
        </p:spPr>
      </p:cxnSp>
      <p:cxnSp>
        <p:nvCxnSpPr>
          <p:cNvPr id="817" name="Google Shape;817;p39"/>
          <p:cNvCxnSpPr>
            <a:stCxn id="814" idx="0"/>
            <a:endCxn id="816" idx="0"/>
          </p:cNvCxnSpPr>
          <p:nvPr/>
        </p:nvCxnSpPr>
        <p:spPr>
          <a:xfrm>
            <a:off x="8101907" y="2805958"/>
            <a:ext cx="697500" cy="105900"/>
          </a:xfrm>
          <a:prstGeom prst="straightConnector1">
            <a:avLst/>
          </a:prstGeom>
          <a:noFill/>
          <a:ln cap="flat" cmpd="sng" w="19050">
            <a:solidFill>
              <a:srgbClr val="D5D5D5"/>
            </a:solidFill>
            <a:prstDash val="solid"/>
            <a:miter lim="400000"/>
            <a:headEnd len="sm" w="sm" type="none"/>
            <a:tailEnd len="sm" w="sm" type="none"/>
          </a:ln>
        </p:spPr>
      </p:cxnSp>
      <p:cxnSp>
        <p:nvCxnSpPr>
          <p:cNvPr id="818" name="Google Shape;818;p39"/>
          <p:cNvCxnSpPr>
            <a:stCxn id="796" idx="0"/>
            <a:endCxn id="819" idx="0"/>
          </p:cNvCxnSpPr>
          <p:nvPr/>
        </p:nvCxnSpPr>
        <p:spPr>
          <a:xfrm>
            <a:off x="8396852" y="2250509"/>
            <a:ext cx="373800" cy="162300"/>
          </a:xfrm>
          <a:prstGeom prst="straightConnector1">
            <a:avLst/>
          </a:prstGeom>
          <a:noFill/>
          <a:ln cap="flat" cmpd="sng" w="19050">
            <a:solidFill>
              <a:srgbClr val="D5D5D5"/>
            </a:solidFill>
            <a:prstDash val="solid"/>
            <a:miter lim="400000"/>
            <a:headEnd len="sm" w="sm" type="none"/>
            <a:tailEnd len="sm" w="sm" type="none"/>
          </a:ln>
        </p:spPr>
      </p:cxnSp>
      <p:cxnSp>
        <p:nvCxnSpPr>
          <p:cNvPr id="820" name="Google Shape;820;p39"/>
          <p:cNvCxnSpPr>
            <a:stCxn id="799" idx="0"/>
            <a:endCxn id="819" idx="0"/>
          </p:cNvCxnSpPr>
          <p:nvPr/>
        </p:nvCxnSpPr>
        <p:spPr>
          <a:xfrm>
            <a:off x="8656565" y="2025076"/>
            <a:ext cx="114000" cy="387600"/>
          </a:xfrm>
          <a:prstGeom prst="straightConnector1">
            <a:avLst/>
          </a:prstGeom>
          <a:noFill/>
          <a:ln cap="flat" cmpd="sng" w="19050">
            <a:solidFill>
              <a:srgbClr val="D5D5D5"/>
            </a:solidFill>
            <a:prstDash val="solid"/>
            <a:miter lim="400000"/>
            <a:headEnd len="sm" w="sm" type="none"/>
            <a:tailEnd len="sm" w="sm" type="none"/>
          </a:ln>
        </p:spPr>
      </p:cxnSp>
      <p:cxnSp>
        <p:nvCxnSpPr>
          <p:cNvPr id="821" name="Google Shape;821;p39"/>
          <p:cNvCxnSpPr>
            <a:stCxn id="819" idx="0"/>
            <a:endCxn id="816" idx="0"/>
          </p:cNvCxnSpPr>
          <p:nvPr/>
        </p:nvCxnSpPr>
        <p:spPr>
          <a:xfrm>
            <a:off x="8770580" y="2412778"/>
            <a:ext cx="28800" cy="499200"/>
          </a:xfrm>
          <a:prstGeom prst="straightConnector1">
            <a:avLst/>
          </a:prstGeom>
          <a:noFill/>
          <a:ln cap="flat" cmpd="sng" w="19050">
            <a:solidFill>
              <a:srgbClr val="D5D5D5"/>
            </a:solidFill>
            <a:prstDash val="solid"/>
            <a:miter lim="400000"/>
            <a:headEnd len="sm" w="sm" type="none"/>
            <a:tailEnd len="sm" w="sm" type="none"/>
          </a:ln>
        </p:spPr>
      </p:cxnSp>
      <p:sp>
        <p:nvSpPr>
          <p:cNvPr id="744" name="Google Shape;744;p39"/>
          <p:cNvSpPr/>
          <p:nvPr/>
        </p:nvSpPr>
        <p:spPr>
          <a:xfrm>
            <a:off x="5062246" y="1443823"/>
            <a:ext cx="115500" cy="115500"/>
          </a:xfrm>
          <a:prstGeom prst="ellipse">
            <a:avLst/>
          </a:prstGeom>
          <a:solidFill>
            <a:srgbClr val="6FFDEA"/>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45" name="Google Shape;745;p39"/>
          <p:cNvSpPr/>
          <p:nvPr/>
        </p:nvSpPr>
        <p:spPr>
          <a:xfrm>
            <a:off x="5248111" y="1388315"/>
            <a:ext cx="329700" cy="329700"/>
          </a:xfrm>
          <a:prstGeom prst="ellipse">
            <a:avLst/>
          </a:prstGeom>
          <a:solidFill>
            <a:srgbClr val="00AA8D"/>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47" name="Google Shape;747;p39"/>
          <p:cNvSpPr/>
          <p:nvPr/>
        </p:nvSpPr>
        <p:spPr>
          <a:xfrm>
            <a:off x="5199783" y="1797489"/>
            <a:ext cx="244800" cy="244800"/>
          </a:xfrm>
          <a:prstGeom prst="ellipse">
            <a:avLst/>
          </a:prstGeom>
          <a:solidFill>
            <a:schemeClr val="accen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51" name="Google Shape;751;p39"/>
          <p:cNvSpPr/>
          <p:nvPr/>
        </p:nvSpPr>
        <p:spPr>
          <a:xfrm>
            <a:off x="5592607" y="1683150"/>
            <a:ext cx="230700" cy="230700"/>
          </a:xfrm>
          <a:prstGeom prst="ellipse">
            <a:avLst/>
          </a:prstGeom>
          <a:solidFill>
            <a:schemeClr val="accen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54" name="Google Shape;754;p39"/>
          <p:cNvSpPr/>
          <p:nvPr/>
        </p:nvSpPr>
        <p:spPr>
          <a:xfrm>
            <a:off x="5872176" y="1457717"/>
            <a:ext cx="190800" cy="190800"/>
          </a:xfrm>
          <a:prstGeom prst="ellipse">
            <a:avLst/>
          </a:prstGeom>
          <a:solidFill>
            <a:schemeClr val="accen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cxnSp>
        <p:nvCxnSpPr>
          <p:cNvPr id="822" name="Google Shape;822;p39"/>
          <p:cNvCxnSpPr>
            <a:stCxn id="823" idx="0"/>
            <a:endCxn id="748" idx="0"/>
          </p:cNvCxnSpPr>
          <p:nvPr/>
        </p:nvCxnSpPr>
        <p:spPr>
          <a:xfrm flipH="1">
            <a:off x="5658561" y="1177285"/>
            <a:ext cx="289500" cy="123900"/>
          </a:xfrm>
          <a:prstGeom prst="straightConnector1">
            <a:avLst/>
          </a:prstGeom>
          <a:noFill/>
          <a:ln cap="flat" cmpd="sng" w="19050">
            <a:solidFill>
              <a:srgbClr val="D5D5D5"/>
            </a:solidFill>
            <a:prstDash val="solid"/>
            <a:miter lim="400000"/>
            <a:headEnd len="sm" w="sm" type="none"/>
            <a:tailEnd len="sm" w="sm" type="none"/>
          </a:ln>
        </p:spPr>
      </p:cxnSp>
      <p:sp>
        <p:nvSpPr>
          <p:cNvPr id="823" name="Google Shape;823;p39"/>
          <p:cNvSpPr/>
          <p:nvPr/>
        </p:nvSpPr>
        <p:spPr>
          <a:xfrm>
            <a:off x="5833011" y="1177285"/>
            <a:ext cx="230100" cy="230100"/>
          </a:xfrm>
          <a:prstGeom prst="ellipse">
            <a:avLst/>
          </a:prstGeom>
          <a:solidFill>
            <a:schemeClr val="accen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56" name="Google Shape;756;p39"/>
          <p:cNvSpPr/>
          <p:nvPr/>
        </p:nvSpPr>
        <p:spPr>
          <a:xfrm>
            <a:off x="5062246" y="3046286"/>
            <a:ext cx="115425" cy="115425"/>
          </a:xfrm>
          <a:prstGeom prst="ellipse">
            <a:avLst/>
          </a:prstGeom>
          <a:solidFill>
            <a:srgbClr val="FE958C"/>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57" name="Google Shape;757;p39"/>
          <p:cNvSpPr/>
          <p:nvPr/>
        </p:nvSpPr>
        <p:spPr>
          <a:xfrm>
            <a:off x="5248111" y="2990778"/>
            <a:ext cx="329738" cy="329738"/>
          </a:xfrm>
          <a:prstGeom prst="ellipse">
            <a:avLst/>
          </a:prstGeom>
          <a:solidFill>
            <a:srgbClr val="B416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59" name="Google Shape;759;p39"/>
          <p:cNvSpPr/>
          <p:nvPr/>
        </p:nvSpPr>
        <p:spPr>
          <a:xfrm>
            <a:off x="5199783" y="3399951"/>
            <a:ext cx="244688" cy="244688"/>
          </a:xfrm>
          <a:prstGeom prst="ellipse">
            <a:avLst/>
          </a:prstGeom>
          <a:solidFill>
            <a:schemeClr val="accent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63" name="Google Shape;763;p39"/>
          <p:cNvSpPr/>
          <p:nvPr/>
        </p:nvSpPr>
        <p:spPr>
          <a:xfrm>
            <a:off x="5592607" y="3285612"/>
            <a:ext cx="230625" cy="230625"/>
          </a:xfrm>
          <a:prstGeom prst="ellipse">
            <a:avLst/>
          </a:prstGeom>
          <a:solidFill>
            <a:schemeClr val="accent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61" name="Google Shape;761;p39"/>
          <p:cNvSpPr/>
          <p:nvPr/>
        </p:nvSpPr>
        <p:spPr>
          <a:xfrm>
            <a:off x="5600810" y="2903681"/>
            <a:ext cx="115425" cy="115425"/>
          </a:xfrm>
          <a:prstGeom prst="ellipse">
            <a:avLst/>
          </a:prstGeom>
          <a:solidFill>
            <a:srgbClr val="FE958C"/>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68" name="Google Shape;768;p39"/>
          <p:cNvSpPr/>
          <p:nvPr/>
        </p:nvSpPr>
        <p:spPr>
          <a:xfrm>
            <a:off x="5833011" y="2779747"/>
            <a:ext cx="230175" cy="230175"/>
          </a:xfrm>
          <a:prstGeom prst="ellipse">
            <a:avLst/>
          </a:prstGeom>
          <a:solidFill>
            <a:schemeClr val="accent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90" name="Google Shape;790;p39"/>
          <p:cNvSpPr/>
          <p:nvPr/>
        </p:nvSpPr>
        <p:spPr>
          <a:xfrm>
            <a:off x="7937043" y="1955675"/>
            <a:ext cx="329738" cy="329738"/>
          </a:xfrm>
          <a:prstGeom prst="ellipse">
            <a:avLst/>
          </a:prstGeom>
          <a:solidFill>
            <a:srgbClr val="5E5E5E"/>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92" name="Google Shape;792;p39"/>
          <p:cNvSpPr/>
          <p:nvPr/>
        </p:nvSpPr>
        <p:spPr>
          <a:xfrm>
            <a:off x="7979589" y="2444687"/>
            <a:ext cx="244688" cy="244688"/>
          </a:xfrm>
          <a:prstGeom prst="ellipse">
            <a:avLst/>
          </a:prstGeom>
          <a:solidFill>
            <a:srgbClr val="92929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96" name="Google Shape;796;p39"/>
          <p:cNvSpPr/>
          <p:nvPr/>
        </p:nvSpPr>
        <p:spPr>
          <a:xfrm>
            <a:off x="8281540" y="2250509"/>
            <a:ext cx="230625" cy="230625"/>
          </a:xfrm>
          <a:prstGeom prst="ellipse">
            <a:avLst/>
          </a:prstGeom>
          <a:solidFill>
            <a:srgbClr val="92929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94" name="Google Shape;794;p39"/>
          <p:cNvSpPr/>
          <p:nvPr/>
        </p:nvSpPr>
        <p:spPr>
          <a:xfrm>
            <a:off x="8289743" y="1868578"/>
            <a:ext cx="115425" cy="115425"/>
          </a:xfrm>
          <a:prstGeom prst="ellipse">
            <a:avLst/>
          </a:prstGeom>
          <a:solidFill>
            <a:srgbClr val="D5D5D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99" name="Google Shape;799;p39"/>
          <p:cNvSpPr/>
          <p:nvPr/>
        </p:nvSpPr>
        <p:spPr>
          <a:xfrm>
            <a:off x="8561109" y="2025076"/>
            <a:ext cx="190913" cy="190913"/>
          </a:xfrm>
          <a:prstGeom prst="ellipse">
            <a:avLst/>
          </a:prstGeom>
          <a:solidFill>
            <a:srgbClr val="D5D5D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801" name="Google Shape;801;p39"/>
          <p:cNvSpPr/>
          <p:nvPr/>
        </p:nvSpPr>
        <p:spPr>
          <a:xfrm>
            <a:off x="8521944" y="1744644"/>
            <a:ext cx="230175" cy="230175"/>
          </a:xfrm>
          <a:prstGeom prst="ellipse">
            <a:avLst/>
          </a:prstGeom>
          <a:solidFill>
            <a:srgbClr val="92929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803" name="Google Shape;803;p39"/>
          <p:cNvSpPr/>
          <p:nvPr/>
        </p:nvSpPr>
        <p:spPr>
          <a:xfrm>
            <a:off x="8337389" y="1519841"/>
            <a:ext cx="174488" cy="174487"/>
          </a:xfrm>
          <a:prstGeom prst="ellipse">
            <a:avLst/>
          </a:prstGeom>
          <a:solidFill>
            <a:srgbClr val="92929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805" name="Google Shape;805;p39"/>
          <p:cNvSpPr/>
          <p:nvPr/>
        </p:nvSpPr>
        <p:spPr>
          <a:xfrm>
            <a:off x="7803246" y="1399285"/>
            <a:ext cx="295088" cy="295088"/>
          </a:xfrm>
          <a:prstGeom prst="ellipse">
            <a:avLst/>
          </a:prstGeom>
          <a:solidFill>
            <a:srgbClr val="FEEF56"/>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808" name="Google Shape;808;p39"/>
          <p:cNvSpPr/>
          <p:nvPr/>
        </p:nvSpPr>
        <p:spPr>
          <a:xfrm>
            <a:off x="7533246" y="1741574"/>
            <a:ext cx="236250" cy="236250"/>
          </a:xfrm>
          <a:prstGeom prst="ellipse">
            <a:avLst/>
          </a:prstGeom>
          <a:solidFill>
            <a:srgbClr val="FBAB0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810" name="Google Shape;810;p39"/>
          <p:cNvSpPr/>
          <p:nvPr/>
        </p:nvSpPr>
        <p:spPr>
          <a:xfrm>
            <a:off x="7462520" y="2205507"/>
            <a:ext cx="320625" cy="320625"/>
          </a:xfrm>
          <a:prstGeom prst="ellipse">
            <a:avLst/>
          </a:prstGeom>
          <a:solidFill>
            <a:schemeClr val="accent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814" name="Google Shape;814;p39"/>
          <p:cNvSpPr/>
          <p:nvPr/>
        </p:nvSpPr>
        <p:spPr>
          <a:xfrm>
            <a:off x="7931357" y="2805958"/>
            <a:ext cx="341100" cy="341100"/>
          </a:xfrm>
          <a:prstGeom prst="ellipse">
            <a:avLst/>
          </a:prstGeom>
          <a:solidFill>
            <a:srgbClr val="006B64"/>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816" name="Google Shape;816;p39"/>
          <p:cNvSpPr/>
          <p:nvPr/>
        </p:nvSpPr>
        <p:spPr>
          <a:xfrm>
            <a:off x="8706049" y="2912003"/>
            <a:ext cx="186863" cy="186863"/>
          </a:xfrm>
          <a:prstGeom prst="ellipse">
            <a:avLst/>
          </a:prstGeom>
          <a:solidFill>
            <a:srgbClr val="016D0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819" name="Google Shape;819;p39"/>
          <p:cNvSpPr/>
          <p:nvPr/>
        </p:nvSpPr>
        <p:spPr>
          <a:xfrm>
            <a:off x="8648236" y="2412778"/>
            <a:ext cx="244688" cy="244688"/>
          </a:xfrm>
          <a:prstGeom prst="ellipse">
            <a:avLst/>
          </a:prstGeom>
          <a:solidFill>
            <a:srgbClr val="1DAD01"/>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70" name="Google Shape;770;p39"/>
          <p:cNvSpPr/>
          <p:nvPr/>
        </p:nvSpPr>
        <p:spPr>
          <a:xfrm>
            <a:off x="7677269" y="4385556"/>
            <a:ext cx="115425" cy="115425"/>
          </a:xfrm>
          <a:prstGeom prst="ellipse">
            <a:avLst/>
          </a:prstGeom>
          <a:solidFill>
            <a:srgbClr val="FF94CA"/>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71" name="Google Shape;771;p39"/>
          <p:cNvSpPr/>
          <p:nvPr/>
        </p:nvSpPr>
        <p:spPr>
          <a:xfrm>
            <a:off x="7863133" y="4330049"/>
            <a:ext cx="329738" cy="329738"/>
          </a:xfrm>
          <a:prstGeom prst="ellipse">
            <a:avLst/>
          </a:prstGeom>
          <a:solidFill>
            <a:srgbClr val="D11875"/>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73" name="Google Shape;773;p39"/>
          <p:cNvSpPr/>
          <p:nvPr/>
        </p:nvSpPr>
        <p:spPr>
          <a:xfrm>
            <a:off x="7814805" y="4739222"/>
            <a:ext cx="244688" cy="244688"/>
          </a:xfrm>
          <a:prstGeom prst="ellipse">
            <a:avLst/>
          </a:prstGeom>
          <a:solidFill>
            <a:schemeClr val="accent6"/>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77" name="Google Shape;777;p39"/>
          <p:cNvSpPr/>
          <p:nvPr/>
        </p:nvSpPr>
        <p:spPr>
          <a:xfrm>
            <a:off x="8207630" y="4624883"/>
            <a:ext cx="230625" cy="230625"/>
          </a:xfrm>
          <a:prstGeom prst="ellipse">
            <a:avLst/>
          </a:prstGeom>
          <a:solidFill>
            <a:schemeClr val="accent6"/>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75" name="Google Shape;775;p39"/>
          <p:cNvSpPr/>
          <p:nvPr/>
        </p:nvSpPr>
        <p:spPr>
          <a:xfrm>
            <a:off x="8215832" y="4242952"/>
            <a:ext cx="115425" cy="115425"/>
          </a:xfrm>
          <a:prstGeom prst="ellipse">
            <a:avLst/>
          </a:prstGeom>
          <a:solidFill>
            <a:srgbClr val="FF94CA"/>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80" name="Google Shape;780;p39"/>
          <p:cNvSpPr/>
          <p:nvPr/>
        </p:nvSpPr>
        <p:spPr>
          <a:xfrm>
            <a:off x="8487199" y="4399450"/>
            <a:ext cx="190913" cy="190913"/>
          </a:xfrm>
          <a:prstGeom prst="ellipse">
            <a:avLst/>
          </a:prstGeom>
          <a:solidFill>
            <a:srgbClr val="FF94CA"/>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
        <p:nvSpPr>
          <p:cNvPr id="782" name="Google Shape;782;p39"/>
          <p:cNvSpPr/>
          <p:nvPr/>
        </p:nvSpPr>
        <p:spPr>
          <a:xfrm>
            <a:off x="8448034" y="4119018"/>
            <a:ext cx="230175" cy="230175"/>
          </a:xfrm>
          <a:prstGeom prst="ellipse">
            <a:avLst/>
          </a:prstGeom>
          <a:solidFill>
            <a:schemeClr val="accent6"/>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800"/>
              <a:buFont typeface="Helvetica Neue"/>
              <a:buNone/>
            </a:pPr>
            <a:r>
              <a:t/>
            </a:r>
            <a:endParaRPr b="0" i="0" sz="8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40"/>
          <p:cNvSpPr txBox="1"/>
          <p:nvPr>
            <p:ph type="title"/>
          </p:nvPr>
        </p:nvSpPr>
        <p:spPr>
          <a:xfrm>
            <a:off x="452438" y="2303032"/>
            <a:ext cx="8239200" cy="537300"/>
          </a:xfrm>
          <a:prstGeom prst="rect">
            <a:avLst/>
          </a:prstGeom>
          <a:noFill/>
          <a:ln>
            <a:noFill/>
          </a:ln>
        </p:spPr>
        <p:txBody>
          <a:bodyPr anchorCtr="0" anchor="t" bIns="19050" lIns="19050" spcFirstLastPara="1" rIns="19050" wrap="square" tIns="19050">
            <a:normAutofit/>
          </a:bodyPr>
          <a:lstStyle/>
          <a:p>
            <a:pPr indent="0" lvl="0" marL="0" rtl="0" algn="ctr">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Knowledge </a:t>
            </a:r>
            <a:r>
              <a:rPr b="0" lang="es"/>
              <a:t>Graphs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41"/>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marR="0" rtl="0" algn="l">
              <a:lnSpc>
                <a:spcPct val="80000"/>
              </a:lnSpc>
              <a:spcBef>
                <a:spcPts val="0"/>
              </a:spcBef>
              <a:spcAft>
                <a:spcPts val="0"/>
              </a:spcAft>
              <a:buClr>
                <a:srgbClr val="5E5E5E"/>
              </a:buClr>
              <a:buSzPts val="3200"/>
              <a:buFont typeface="Helvetica Neue"/>
              <a:buNone/>
            </a:pPr>
            <a:r>
              <a:rPr lang="es">
                <a:solidFill>
                  <a:srgbClr val="5E5E5E"/>
                </a:solidFill>
              </a:rPr>
              <a:t>What is a Knowledge Graph (KG)</a:t>
            </a:r>
            <a:endParaRPr/>
          </a:p>
        </p:txBody>
      </p:sp>
      <p:sp>
        <p:nvSpPr>
          <p:cNvPr id="834" name="Google Shape;834;p41"/>
          <p:cNvSpPr txBox="1"/>
          <p:nvPr>
            <p:ph idx="1" type="body"/>
          </p:nvPr>
        </p:nvSpPr>
        <p:spPr>
          <a:xfrm>
            <a:off x="452438" y="883194"/>
            <a:ext cx="8239200" cy="350700"/>
          </a:xfrm>
          <a:prstGeom prst="rect">
            <a:avLst/>
          </a:prstGeom>
          <a:noFill/>
          <a:ln>
            <a:noFill/>
          </a:ln>
        </p:spPr>
        <p:txBody>
          <a:bodyPr anchorCtr="0" anchor="t" bIns="17150" lIns="17150" spcFirstLastPara="1" rIns="17150" wrap="square" tIns="17150">
            <a:normAutofit/>
          </a:bodyPr>
          <a:lstStyle/>
          <a:p>
            <a:pPr indent="0" lvl="0" marL="0" marR="0" rtl="0" algn="l">
              <a:lnSpc>
                <a:spcPct val="100000"/>
              </a:lnSpc>
              <a:spcBef>
                <a:spcPts val="0"/>
              </a:spcBef>
              <a:spcAft>
                <a:spcPts val="0"/>
              </a:spcAft>
              <a:buClr>
                <a:srgbClr val="929292"/>
              </a:buClr>
              <a:buSzPts val="1500"/>
              <a:buFont typeface="Helvetica Neue"/>
              <a:buNone/>
            </a:pPr>
            <a:r>
              <a:rPr lang="es" sz="1500">
                <a:solidFill>
                  <a:srgbClr val="929292"/>
                </a:solidFill>
              </a:rPr>
              <a:t>Relationships firsts everything else second</a:t>
            </a:r>
            <a:endParaRPr/>
          </a:p>
        </p:txBody>
      </p:sp>
      <p:sp>
        <p:nvSpPr>
          <p:cNvPr id="835" name="Google Shape;835;p41"/>
          <p:cNvSpPr txBox="1"/>
          <p:nvPr>
            <p:ph idx="2" type="body"/>
          </p:nvPr>
        </p:nvSpPr>
        <p:spPr>
          <a:xfrm>
            <a:off x="452438" y="1402547"/>
            <a:ext cx="8239200" cy="3286800"/>
          </a:xfrm>
          <a:prstGeom prst="rect">
            <a:avLst/>
          </a:prstGeom>
          <a:noFill/>
          <a:ln>
            <a:noFill/>
          </a:ln>
        </p:spPr>
        <p:txBody>
          <a:bodyPr anchorCtr="0" anchor="t" bIns="19050" lIns="19050" spcFirstLastPara="1" rIns="19050" wrap="square" tIns="19050">
            <a:normAutofit lnSpcReduction="20000"/>
          </a:bodyPr>
          <a:lstStyle/>
          <a:p>
            <a:pPr indent="-215900" lvl="0" marL="215900" rtl="0" algn="l">
              <a:lnSpc>
                <a:spcPct val="90000"/>
              </a:lnSpc>
              <a:spcBef>
                <a:spcPts val="0"/>
              </a:spcBef>
              <a:spcAft>
                <a:spcPts val="0"/>
              </a:spcAft>
              <a:buClr>
                <a:srgbClr val="000000"/>
              </a:buClr>
              <a:buSzPts val="2000"/>
              <a:buFont typeface="Helvetica Neue"/>
              <a:buChar char="●"/>
            </a:pPr>
            <a:r>
              <a:rPr lang="es" sz="1700"/>
              <a:t>A way to organise </a:t>
            </a:r>
            <a:r>
              <a:rPr b="1" lang="es"/>
              <a:t>knowledge</a:t>
            </a:r>
            <a:r>
              <a:rPr lang="es" sz="1700"/>
              <a:t>/information by defining </a:t>
            </a:r>
            <a:r>
              <a:rPr b="1" lang="es"/>
              <a:t>associations</a:t>
            </a:r>
            <a:r>
              <a:rPr lang="es" sz="1700"/>
              <a:t> or </a:t>
            </a:r>
            <a:r>
              <a:rPr b="1" lang="es"/>
              <a:t>relationships</a:t>
            </a:r>
            <a:endParaRPr/>
          </a:p>
          <a:p>
            <a:pPr indent="-215900" lvl="0" marL="215900" rtl="0" algn="l">
              <a:lnSpc>
                <a:spcPct val="90000"/>
              </a:lnSpc>
              <a:spcBef>
                <a:spcPts val="1500"/>
              </a:spcBef>
              <a:spcAft>
                <a:spcPts val="0"/>
              </a:spcAft>
              <a:buClr>
                <a:srgbClr val="000000"/>
              </a:buClr>
              <a:buSzPts val="2000"/>
              <a:buFont typeface="Helvetica Neue"/>
              <a:buChar char="●"/>
            </a:pPr>
            <a:r>
              <a:rPr lang="es" sz="1700"/>
              <a:t>These relationships facilitate </a:t>
            </a:r>
            <a:r>
              <a:rPr b="1" lang="es"/>
              <a:t>integration</a:t>
            </a:r>
            <a:r>
              <a:rPr lang="es" sz="1700"/>
              <a:t>, </a:t>
            </a:r>
            <a:r>
              <a:rPr b="1" lang="es"/>
              <a:t>management</a:t>
            </a:r>
            <a:r>
              <a:rPr lang="es" sz="1700"/>
              <a:t> and </a:t>
            </a:r>
            <a:r>
              <a:rPr b="1" lang="es"/>
              <a:t>enrichment</a:t>
            </a:r>
            <a:r>
              <a:rPr lang="es" sz="1700"/>
              <a:t> of data</a:t>
            </a:r>
            <a:endParaRPr/>
          </a:p>
          <a:p>
            <a:pPr indent="-215900" lvl="0" marL="215900" rtl="0" algn="l">
              <a:lnSpc>
                <a:spcPct val="90000"/>
              </a:lnSpc>
              <a:spcBef>
                <a:spcPts val="1500"/>
              </a:spcBef>
              <a:spcAft>
                <a:spcPts val="0"/>
              </a:spcAft>
              <a:buClr>
                <a:srgbClr val="000000"/>
              </a:buClr>
              <a:buSzPts val="2000"/>
              <a:buFont typeface="Helvetica Neue"/>
              <a:buChar char="●"/>
            </a:pPr>
            <a:r>
              <a:rPr lang="es" sz="1700"/>
              <a:t>The </a:t>
            </a:r>
            <a:r>
              <a:rPr b="1" lang="es"/>
              <a:t>objective</a:t>
            </a:r>
            <a:r>
              <a:rPr lang="es" sz="1700"/>
              <a:t> when setting up a KG:</a:t>
            </a:r>
            <a:endParaRPr/>
          </a:p>
          <a:p>
            <a:pPr indent="-203200" lvl="1" marL="419100" rtl="0" algn="l">
              <a:lnSpc>
                <a:spcPct val="90000"/>
              </a:lnSpc>
              <a:spcBef>
                <a:spcPts val="1500"/>
              </a:spcBef>
              <a:spcAft>
                <a:spcPts val="0"/>
              </a:spcAft>
              <a:buClr>
                <a:srgbClr val="000000"/>
              </a:buClr>
              <a:buSzPts val="2000"/>
              <a:buFont typeface="Helvetica Neue"/>
              <a:buChar char="○"/>
            </a:pPr>
            <a:r>
              <a:rPr lang="es" sz="1700"/>
              <a:t>Standardisation / FAIRification</a:t>
            </a:r>
            <a:endParaRPr/>
          </a:p>
          <a:p>
            <a:pPr indent="-203200" lvl="1" marL="419100" rtl="0" algn="l">
              <a:lnSpc>
                <a:spcPct val="90000"/>
              </a:lnSpc>
              <a:spcBef>
                <a:spcPts val="1500"/>
              </a:spcBef>
              <a:spcAft>
                <a:spcPts val="0"/>
              </a:spcAft>
              <a:buClr>
                <a:srgbClr val="000000"/>
              </a:buClr>
              <a:buSzPts val="2000"/>
              <a:buFont typeface="Helvetica Neue"/>
              <a:buChar char="○"/>
            </a:pPr>
            <a:r>
              <a:rPr lang="es" sz="1700"/>
              <a:t>Reusability</a:t>
            </a:r>
            <a:endParaRPr/>
          </a:p>
          <a:p>
            <a:pPr indent="-203200" lvl="1" marL="419100" rtl="0" algn="l">
              <a:lnSpc>
                <a:spcPct val="90000"/>
              </a:lnSpc>
              <a:spcBef>
                <a:spcPts val="1500"/>
              </a:spcBef>
              <a:spcAft>
                <a:spcPts val="0"/>
              </a:spcAft>
              <a:buClr>
                <a:srgbClr val="000000"/>
              </a:buClr>
              <a:buSzPts val="2000"/>
              <a:buFont typeface="Helvetica Neue"/>
              <a:buChar char="○"/>
            </a:pPr>
            <a:r>
              <a:rPr lang="es" sz="1700"/>
              <a:t>Interpretability</a:t>
            </a:r>
            <a:endParaRPr/>
          </a:p>
          <a:p>
            <a:pPr indent="-203200" lvl="1" marL="419100" rtl="0" algn="l">
              <a:lnSpc>
                <a:spcPct val="90000"/>
              </a:lnSpc>
              <a:spcBef>
                <a:spcPts val="1500"/>
              </a:spcBef>
              <a:spcAft>
                <a:spcPts val="0"/>
              </a:spcAft>
              <a:buClr>
                <a:srgbClr val="000000"/>
              </a:buClr>
              <a:buSzPts val="2000"/>
              <a:buFont typeface="Helvetica Neue"/>
              <a:buChar char="○"/>
            </a:pPr>
            <a:r>
              <a:rPr lang="es" sz="1700"/>
              <a:t>Automation</a:t>
            </a:r>
            <a:endParaRPr/>
          </a:p>
          <a:p>
            <a:pPr indent="-203200" lvl="1" marL="419100" rtl="0" algn="l">
              <a:lnSpc>
                <a:spcPct val="90000"/>
              </a:lnSpc>
              <a:spcBef>
                <a:spcPts val="1500"/>
              </a:spcBef>
              <a:spcAft>
                <a:spcPts val="0"/>
              </a:spcAft>
              <a:buClr>
                <a:srgbClr val="000000"/>
              </a:buClr>
              <a:buSzPts val="2000"/>
              <a:buFont typeface="Helvetica Neue"/>
              <a:buChar char="○"/>
            </a:pPr>
            <a:r>
              <a:rPr lang="es" sz="1700"/>
              <a:t>Representation/Visualisation</a:t>
            </a:r>
            <a:endParaRPr/>
          </a:p>
        </p:txBody>
      </p:sp>
      <p:sp>
        <p:nvSpPr>
          <p:cNvPr id="836" name="Google Shape;836;p41"/>
          <p:cNvSpPr txBox="1"/>
          <p:nvPr/>
        </p:nvSpPr>
        <p:spPr>
          <a:xfrm>
            <a:off x="5133098" y="4943187"/>
            <a:ext cx="39873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b="0" i="0" lang="es" sz="900" u="none" cap="none" strike="noStrike">
                <a:solidFill>
                  <a:srgbClr val="5E5E5E"/>
                </a:solidFill>
                <a:latin typeface="Helvetica Neue"/>
                <a:ea typeface="Helvetica Neue"/>
                <a:cs typeface="Helvetica Neue"/>
                <a:sym typeface="Helvetica Neue"/>
              </a:rPr>
              <a:t>The Knowledge Graph Cookbook. Andreas Blumauer and Helmut Nagy. 2020</a:t>
            </a:r>
            <a:endParaRPr sz="500"/>
          </a:p>
        </p:txBody>
      </p:sp>
      <p:pic>
        <p:nvPicPr>
          <p:cNvPr descr="Imagen" id="837" name="Google Shape;837;p41"/>
          <p:cNvPicPr preferRelativeResize="0"/>
          <p:nvPr/>
        </p:nvPicPr>
        <p:blipFill rotWithShape="1">
          <a:blip r:embed="rId3">
            <a:alphaModFix/>
          </a:blip>
          <a:srcRect b="0" l="0" r="0" t="0"/>
          <a:stretch/>
        </p:blipFill>
        <p:spPr>
          <a:xfrm>
            <a:off x="3951074" y="2797525"/>
            <a:ext cx="2066675" cy="1393800"/>
          </a:xfrm>
          <a:prstGeom prst="rect">
            <a:avLst/>
          </a:prstGeom>
          <a:noFill/>
          <a:ln>
            <a:noFill/>
          </a:ln>
        </p:spPr>
      </p:pic>
      <p:pic>
        <p:nvPicPr>
          <p:cNvPr descr="Imagen" id="838" name="Google Shape;838;p41"/>
          <p:cNvPicPr preferRelativeResize="0"/>
          <p:nvPr/>
        </p:nvPicPr>
        <p:blipFill rotWithShape="1">
          <a:blip r:embed="rId4">
            <a:alphaModFix/>
          </a:blip>
          <a:srcRect b="0" l="0" r="0" t="0"/>
          <a:stretch/>
        </p:blipFill>
        <p:spPr>
          <a:xfrm>
            <a:off x="6080841" y="3099758"/>
            <a:ext cx="3114675" cy="185261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42"/>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Knowledge Graph vs Graph Database</a:t>
            </a:r>
            <a:endParaRPr/>
          </a:p>
        </p:txBody>
      </p:sp>
      <p:sp>
        <p:nvSpPr>
          <p:cNvPr id="844" name="Google Shape;844;p42"/>
          <p:cNvSpPr txBox="1"/>
          <p:nvPr/>
        </p:nvSpPr>
        <p:spPr>
          <a:xfrm>
            <a:off x="5911850" y="4919847"/>
            <a:ext cx="3150300" cy="115500"/>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Clr>
                <a:srgbClr val="5E5E5E"/>
              </a:buClr>
              <a:buSzPts val="500"/>
              <a:buFont typeface="Helvetica Neue"/>
              <a:buNone/>
            </a:pPr>
            <a:r>
              <a:rPr b="0" i="0" lang="es" sz="500" u="sng" cap="none" strike="noStrike">
                <a:solidFill>
                  <a:srgbClr val="5E5E5E"/>
                </a:solidFill>
                <a:latin typeface="Helvetica Neue"/>
                <a:ea typeface="Helvetica Neue"/>
                <a:cs typeface="Helvetica Neue"/>
                <a:sym typeface="Helvetica Neue"/>
                <a:hlinkClick r:id="rId3">
                  <a:extLst>
                    <a:ext uri="{A12FA001-AC4F-418D-AE19-62706E023703}">
                      <ahyp:hlinkClr val="tx"/>
                    </a:ext>
                  </a:extLst>
                </a:hlinkClick>
              </a:rPr>
              <a:t>https://snap.stanford.edu/graphlearning-workshop/slides/stanford_graph_learning_Biomedicine.pdf</a:t>
            </a:r>
            <a:endParaRPr sz="500"/>
          </a:p>
        </p:txBody>
      </p:sp>
      <p:pic>
        <p:nvPicPr>
          <p:cNvPr descr="Screenshot 2023-06-14 at 16.33.09.png" id="845" name="Google Shape;845;p42"/>
          <p:cNvPicPr preferRelativeResize="0"/>
          <p:nvPr/>
        </p:nvPicPr>
        <p:blipFill rotWithShape="1">
          <a:blip r:embed="rId4">
            <a:alphaModFix/>
          </a:blip>
          <a:srcRect b="0" l="0" r="0" t="0"/>
          <a:stretch/>
        </p:blipFill>
        <p:spPr>
          <a:xfrm>
            <a:off x="1900101" y="1116858"/>
            <a:ext cx="5343797" cy="290978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43"/>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Knowledge Graph vs Graph Database</a:t>
            </a:r>
            <a:endParaRPr/>
          </a:p>
        </p:txBody>
      </p:sp>
      <p:sp>
        <p:nvSpPr>
          <p:cNvPr id="851" name="Google Shape;851;p43"/>
          <p:cNvSpPr txBox="1"/>
          <p:nvPr/>
        </p:nvSpPr>
        <p:spPr>
          <a:xfrm>
            <a:off x="5911850" y="4919847"/>
            <a:ext cx="3150300" cy="115500"/>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Clr>
                <a:srgbClr val="5E5E5E"/>
              </a:buClr>
              <a:buSzPts val="500"/>
              <a:buFont typeface="Helvetica Neue"/>
              <a:buNone/>
            </a:pPr>
            <a:r>
              <a:rPr b="0" i="0" lang="es" sz="500" u="sng" cap="none" strike="noStrike">
                <a:solidFill>
                  <a:srgbClr val="5E5E5E"/>
                </a:solidFill>
                <a:latin typeface="Helvetica Neue"/>
                <a:ea typeface="Helvetica Neue"/>
                <a:cs typeface="Helvetica Neue"/>
                <a:sym typeface="Helvetica Neue"/>
                <a:hlinkClick r:id="rId3">
                  <a:extLst>
                    <a:ext uri="{A12FA001-AC4F-418D-AE19-62706E023703}">
                      <ahyp:hlinkClr val="tx"/>
                    </a:ext>
                  </a:extLst>
                </a:hlinkClick>
              </a:rPr>
              <a:t>https://snap.stanford.edu/graphlearning-workshop/slides/stanford_graph_learning_Biomedicine.pdf</a:t>
            </a:r>
            <a:endParaRPr sz="500"/>
          </a:p>
        </p:txBody>
      </p:sp>
      <p:pic>
        <p:nvPicPr>
          <p:cNvPr descr="Screenshot 2023-06-14 at 16.34.48.png" id="852" name="Google Shape;852;p43"/>
          <p:cNvPicPr preferRelativeResize="0"/>
          <p:nvPr/>
        </p:nvPicPr>
        <p:blipFill rotWithShape="1">
          <a:blip r:embed="rId4">
            <a:alphaModFix/>
          </a:blip>
          <a:srcRect b="0" l="0" r="0" t="0"/>
          <a:stretch/>
        </p:blipFill>
        <p:spPr>
          <a:xfrm>
            <a:off x="1444452" y="1508852"/>
            <a:ext cx="5124797" cy="2909784"/>
          </a:xfrm>
          <a:prstGeom prst="rect">
            <a:avLst/>
          </a:prstGeom>
          <a:noFill/>
          <a:ln>
            <a:noFill/>
          </a:ln>
        </p:spPr>
      </p:pic>
      <p:pic>
        <p:nvPicPr>
          <p:cNvPr descr="Screenshot 2023-03-24 at 13.04.56.png" id="853" name="Google Shape;853;p43"/>
          <p:cNvPicPr preferRelativeResize="0"/>
          <p:nvPr/>
        </p:nvPicPr>
        <p:blipFill rotWithShape="1">
          <a:blip r:embed="rId5">
            <a:alphaModFix/>
          </a:blip>
          <a:srcRect b="5145" l="8121" r="12877" t="6610"/>
          <a:stretch/>
        </p:blipFill>
        <p:spPr>
          <a:xfrm>
            <a:off x="6318713" y="1001019"/>
            <a:ext cx="2760689" cy="3549190"/>
          </a:xfrm>
          <a:custGeom>
            <a:rect b="b" l="l" r="r" t="t"/>
            <a:pathLst>
              <a:path extrusionOk="0" h="21594" w="21525">
                <a:moveTo>
                  <a:pt x="10162" y="0"/>
                </a:moveTo>
                <a:cubicBezTo>
                  <a:pt x="9864" y="4"/>
                  <a:pt x="9657" y="241"/>
                  <a:pt x="9797" y="472"/>
                </a:cubicBezTo>
                <a:cubicBezTo>
                  <a:pt x="9856" y="569"/>
                  <a:pt x="10027" y="666"/>
                  <a:pt x="10143" y="668"/>
                </a:cubicBezTo>
                <a:cubicBezTo>
                  <a:pt x="10181" y="669"/>
                  <a:pt x="10212" y="687"/>
                  <a:pt x="10213" y="709"/>
                </a:cubicBezTo>
                <a:cubicBezTo>
                  <a:pt x="10213" y="731"/>
                  <a:pt x="10226" y="764"/>
                  <a:pt x="10241" y="782"/>
                </a:cubicBezTo>
                <a:cubicBezTo>
                  <a:pt x="10271" y="820"/>
                  <a:pt x="10387" y="1436"/>
                  <a:pt x="10525" y="2300"/>
                </a:cubicBezTo>
                <a:cubicBezTo>
                  <a:pt x="10592" y="2719"/>
                  <a:pt x="10633" y="2897"/>
                  <a:pt x="10669" y="2918"/>
                </a:cubicBezTo>
                <a:cubicBezTo>
                  <a:pt x="10705" y="2939"/>
                  <a:pt x="10709" y="2952"/>
                  <a:pt x="10680" y="2966"/>
                </a:cubicBezTo>
                <a:cubicBezTo>
                  <a:pt x="10659" y="2977"/>
                  <a:pt x="10641" y="3009"/>
                  <a:pt x="10641" y="3039"/>
                </a:cubicBezTo>
                <a:cubicBezTo>
                  <a:pt x="10641" y="3068"/>
                  <a:pt x="10655" y="3085"/>
                  <a:pt x="10672" y="3077"/>
                </a:cubicBezTo>
                <a:cubicBezTo>
                  <a:pt x="10721" y="3053"/>
                  <a:pt x="10756" y="3116"/>
                  <a:pt x="10713" y="3150"/>
                </a:cubicBezTo>
                <a:cubicBezTo>
                  <a:pt x="10667" y="3186"/>
                  <a:pt x="10662" y="3286"/>
                  <a:pt x="10707" y="3264"/>
                </a:cubicBezTo>
                <a:cubicBezTo>
                  <a:pt x="10756" y="3240"/>
                  <a:pt x="10790" y="3304"/>
                  <a:pt x="10747" y="3337"/>
                </a:cubicBezTo>
                <a:cubicBezTo>
                  <a:pt x="10699" y="3375"/>
                  <a:pt x="10696" y="3446"/>
                  <a:pt x="10743" y="3423"/>
                </a:cubicBezTo>
                <a:cubicBezTo>
                  <a:pt x="10793" y="3399"/>
                  <a:pt x="10828" y="3488"/>
                  <a:pt x="10783" y="3524"/>
                </a:cubicBezTo>
                <a:cubicBezTo>
                  <a:pt x="10735" y="3561"/>
                  <a:pt x="10731" y="3633"/>
                  <a:pt x="10778" y="3610"/>
                </a:cubicBezTo>
                <a:cubicBezTo>
                  <a:pt x="10832" y="3584"/>
                  <a:pt x="10862" y="3679"/>
                  <a:pt x="10817" y="3734"/>
                </a:cubicBezTo>
                <a:cubicBezTo>
                  <a:pt x="10769" y="3795"/>
                  <a:pt x="10766" y="3819"/>
                  <a:pt x="10812" y="3797"/>
                </a:cubicBezTo>
                <a:cubicBezTo>
                  <a:pt x="10866" y="3771"/>
                  <a:pt x="10896" y="3866"/>
                  <a:pt x="10851" y="3921"/>
                </a:cubicBezTo>
                <a:cubicBezTo>
                  <a:pt x="10820" y="3961"/>
                  <a:pt x="10821" y="3970"/>
                  <a:pt x="10855" y="3965"/>
                </a:cubicBezTo>
                <a:cubicBezTo>
                  <a:pt x="10882" y="3961"/>
                  <a:pt x="10897" y="3988"/>
                  <a:pt x="10897" y="4038"/>
                </a:cubicBezTo>
                <a:cubicBezTo>
                  <a:pt x="10897" y="4096"/>
                  <a:pt x="10883" y="4116"/>
                  <a:pt x="10846" y="4110"/>
                </a:cubicBezTo>
                <a:cubicBezTo>
                  <a:pt x="10818" y="4105"/>
                  <a:pt x="10807" y="4111"/>
                  <a:pt x="10823" y="4123"/>
                </a:cubicBezTo>
                <a:cubicBezTo>
                  <a:pt x="10839" y="4136"/>
                  <a:pt x="10870" y="4145"/>
                  <a:pt x="10892" y="4145"/>
                </a:cubicBezTo>
                <a:cubicBezTo>
                  <a:pt x="10914" y="4145"/>
                  <a:pt x="10932" y="4182"/>
                  <a:pt x="10932" y="4226"/>
                </a:cubicBezTo>
                <a:cubicBezTo>
                  <a:pt x="10932" y="4283"/>
                  <a:pt x="10917" y="4304"/>
                  <a:pt x="10880" y="4297"/>
                </a:cubicBezTo>
                <a:cubicBezTo>
                  <a:pt x="10852" y="4292"/>
                  <a:pt x="10842" y="4298"/>
                  <a:pt x="10858" y="4310"/>
                </a:cubicBezTo>
                <a:cubicBezTo>
                  <a:pt x="10874" y="4322"/>
                  <a:pt x="10905" y="4333"/>
                  <a:pt x="10926" y="4333"/>
                </a:cubicBezTo>
                <a:cubicBezTo>
                  <a:pt x="10950" y="4333"/>
                  <a:pt x="10984" y="4421"/>
                  <a:pt x="11009" y="4546"/>
                </a:cubicBezTo>
                <a:cubicBezTo>
                  <a:pt x="11057" y="4788"/>
                  <a:pt x="11053" y="4897"/>
                  <a:pt x="10995" y="4889"/>
                </a:cubicBezTo>
                <a:cubicBezTo>
                  <a:pt x="10968" y="4885"/>
                  <a:pt x="10962" y="4919"/>
                  <a:pt x="10973" y="4995"/>
                </a:cubicBezTo>
                <a:cubicBezTo>
                  <a:pt x="10996" y="5150"/>
                  <a:pt x="11009" y="5176"/>
                  <a:pt x="11060" y="5168"/>
                </a:cubicBezTo>
                <a:cubicBezTo>
                  <a:pt x="11086" y="5164"/>
                  <a:pt x="11103" y="5189"/>
                  <a:pt x="11103" y="5229"/>
                </a:cubicBezTo>
                <a:cubicBezTo>
                  <a:pt x="11103" y="5266"/>
                  <a:pt x="11085" y="5293"/>
                  <a:pt x="11063" y="5290"/>
                </a:cubicBezTo>
                <a:cubicBezTo>
                  <a:pt x="11037" y="5286"/>
                  <a:pt x="11030" y="5317"/>
                  <a:pt x="11041" y="5386"/>
                </a:cubicBezTo>
                <a:cubicBezTo>
                  <a:pt x="11056" y="5473"/>
                  <a:pt x="11046" y="5495"/>
                  <a:pt x="10965" y="5545"/>
                </a:cubicBezTo>
                <a:cubicBezTo>
                  <a:pt x="10913" y="5577"/>
                  <a:pt x="10843" y="5603"/>
                  <a:pt x="10808" y="5603"/>
                </a:cubicBezTo>
                <a:cubicBezTo>
                  <a:pt x="10738" y="5603"/>
                  <a:pt x="10335" y="5483"/>
                  <a:pt x="9980" y="5356"/>
                </a:cubicBezTo>
                <a:cubicBezTo>
                  <a:pt x="9809" y="5295"/>
                  <a:pt x="9737" y="5282"/>
                  <a:pt x="9709" y="5303"/>
                </a:cubicBezTo>
                <a:cubicBezTo>
                  <a:pt x="9681" y="5325"/>
                  <a:pt x="9627" y="5315"/>
                  <a:pt x="9504" y="5266"/>
                </a:cubicBezTo>
                <a:cubicBezTo>
                  <a:pt x="9341" y="5202"/>
                  <a:pt x="9304" y="5141"/>
                  <a:pt x="9441" y="5162"/>
                </a:cubicBezTo>
                <a:cubicBezTo>
                  <a:pt x="9480" y="5168"/>
                  <a:pt x="9510" y="5158"/>
                  <a:pt x="9510" y="5138"/>
                </a:cubicBezTo>
                <a:cubicBezTo>
                  <a:pt x="9510" y="5120"/>
                  <a:pt x="9547" y="5076"/>
                  <a:pt x="9594" y="5042"/>
                </a:cubicBezTo>
                <a:cubicBezTo>
                  <a:pt x="9641" y="5007"/>
                  <a:pt x="9689" y="4936"/>
                  <a:pt x="9701" y="4883"/>
                </a:cubicBezTo>
                <a:cubicBezTo>
                  <a:pt x="9713" y="4830"/>
                  <a:pt x="9761" y="4725"/>
                  <a:pt x="9808" y="4649"/>
                </a:cubicBezTo>
                <a:cubicBezTo>
                  <a:pt x="9902" y="4495"/>
                  <a:pt x="9895" y="4389"/>
                  <a:pt x="9781" y="4263"/>
                </a:cubicBezTo>
                <a:cubicBezTo>
                  <a:pt x="9719" y="4194"/>
                  <a:pt x="9718" y="4192"/>
                  <a:pt x="9802" y="4131"/>
                </a:cubicBezTo>
                <a:cubicBezTo>
                  <a:pt x="9917" y="4047"/>
                  <a:pt x="9970" y="3887"/>
                  <a:pt x="9922" y="3773"/>
                </a:cubicBezTo>
                <a:cubicBezTo>
                  <a:pt x="9869" y="3649"/>
                  <a:pt x="9750" y="3573"/>
                  <a:pt x="9575" y="3549"/>
                </a:cubicBezTo>
                <a:cubicBezTo>
                  <a:pt x="9438" y="3531"/>
                  <a:pt x="9424" y="3522"/>
                  <a:pt x="9424" y="3454"/>
                </a:cubicBezTo>
                <a:cubicBezTo>
                  <a:pt x="9424" y="3389"/>
                  <a:pt x="9447" y="3372"/>
                  <a:pt x="9612" y="3321"/>
                </a:cubicBezTo>
                <a:cubicBezTo>
                  <a:pt x="9778" y="3269"/>
                  <a:pt x="9806" y="3249"/>
                  <a:pt x="9865" y="3137"/>
                </a:cubicBezTo>
                <a:cubicBezTo>
                  <a:pt x="9929" y="3016"/>
                  <a:pt x="9930" y="3007"/>
                  <a:pt x="9872" y="2889"/>
                </a:cubicBezTo>
                <a:cubicBezTo>
                  <a:pt x="9811" y="2765"/>
                  <a:pt x="9687" y="2688"/>
                  <a:pt x="9550" y="2688"/>
                </a:cubicBezTo>
                <a:cubicBezTo>
                  <a:pt x="9514" y="2688"/>
                  <a:pt x="9456" y="2663"/>
                  <a:pt x="9420" y="2632"/>
                </a:cubicBezTo>
                <a:cubicBezTo>
                  <a:pt x="9333" y="2556"/>
                  <a:pt x="9189" y="2501"/>
                  <a:pt x="9081" y="2501"/>
                </a:cubicBezTo>
                <a:cubicBezTo>
                  <a:pt x="8978" y="2501"/>
                  <a:pt x="8816" y="2426"/>
                  <a:pt x="8844" y="2391"/>
                </a:cubicBezTo>
                <a:cubicBezTo>
                  <a:pt x="8854" y="2378"/>
                  <a:pt x="8886" y="2367"/>
                  <a:pt x="8915" y="2367"/>
                </a:cubicBezTo>
                <a:cubicBezTo>
                  <a:pt x="9029" y="2367"/>
                  <a:pt x="9198" y="2279"/>
                  <a:pt x="9250" y="2194"/>
                </a:cubicBezTo>
                <a:cubicBezTo>
                  <a:pt x="9457" y="1853"/>
                  <a:pt x="8983" y="1557"/>
                  <a:pt x="8584" y="1779"/>
                </a:cubicBezTo>
                <a:cubicBezTo>
                  <a:pt x="8458" y="1849"/>
                  <a:pt x="8429" y="1835"/>
                  <a:pt x="8442" y="1714"/>
                </a:cubicBezTo>
                <a:cubicBezTo>
                  <a:pt x="8456" y="1584"/>
                  <a:pt x="8368" y="1442"/>
                  <a:pt x="8240" y="1391"/>
                </a:cubicBezTo>
                <a:cubicBezTo>
                  <a:pt x="8131" y="1347"/>
                  <a:pt x="7940" y="1347"/>
                  <a:pt x="7719" y="1391"/>
                </a:cubicBezTo>
                <a:cubicBezTo>
                  <a:pt x="7668" y="1402"/>
                  <a:pt x="7600" y="1403"/>
                  <a:pt x="7568" y="1393"/>
                </a:cubicBezTo>
                <a:cubicBezTo>
                  <a:pt x="7517" y="1378"/>
                  <a:pt x="7518" y="1370"/>
                  <a:pt x="7581" y="1316"/>
                </a:cubicBezTo>
                <a:cubicBezTo>
                  <a:pt x="7866" y="1072"/>
                  <a:pt x="7712" y="736"/>
                  <a:pt x="7316" y="736"/>
                </a:cubicBezTo>
                <a:cubicBezTo>
                  <a:pt x="7088" y="736"/>
                  <a:pt x="6953" y="811"/>
                  <a:pt x="6894" y="969"/>
                </a:cubicBezTo>
                <a:cubicBezTo>
                  <a:pt x="6851" y="1083"/>
                  <a:pt x="6836" y="1096"/>
                  <a:pt x="6747" y="1096"/>
                </a:cubicBezTo>
                <a:cubicBezTo>
                  <a:pt x="6657" y="1096"/>
                  <a:pt x="6648" y="1089"/>
                  <a:pt x="6656" y="1017"/>
                </a:cubicBezTo>
                <a:cubicBezTo>
                  <a:pt x="6661" y="972"/>
                  <a:pt x="6641" y="885"/>
                  <a:pt x="6611" y="822"/>
                </a:cubicBezTo>
                <a:cubicBezTo>
                  <a:pt x="6546" y="685"/>
                  <a:pt x="6426" y="628"/>
                  <a:pt x="6205" y="628"/>
                </a:cubicBezTo>
                <a:cubicBezTo>
                  <a:pt x="6013" y="628"/>
                  <a:pt x="5850" y="729"/>
                  <a:pt x="5811" y="870"/>
                </a:cubicBezTo>
                <a:cubicBezTo>
                  <a:pt x="5792" y="942"/>
                  <a:pt x="5771" y="961"/>
                  <a:pt x="5720" y="955"/>
                </a:cubicBezTo>
                <a:cubicBezTo>
                  <a:pt x="5683" y="951"/>
                  <a:pt x="5597" y="941"/>
                  <a:pt x="5528" y="932"/>
                </a:cubicBezTo>
                <a:cubicBezTo>
                  <a:pt x="5446" y="922"/>
                  <a:pt x="5365" y="931"/>
                  <a:pt x="5293" y="959"/>
                </a:cubicBezTo>
                <a:cubicBezTo>
                  <a:pt x="5184" y="1002"/>
                  <a:pt x="5103" y="995"/>
                  <a:pt x="5141" y="948"/>
                </a:cubicBezTo>
                <a:cubicBezTo>
                  <a:pt x="5177" y="902"/>
                  <a:pt x="5115" y="737"/>
                  <a:pt x="5037" y="672"/>
                </a:cubicBezTo>
                <a:cubicBezTo>
                  <a:pt x="4780" y="455"/>
                  <a:pt x="4300" y="592"/>
                  <a:pt x="4300" y="882"/>
                </a:cubicBezTo>
                <a:cubicBezTo>
                  <a:pt x="4300" y="1040"/>
                  <a:pt x="4233" y="1080"/>
                  <a:pt x="4096" y="1004"/>
                </a:cubicBezTo>
                <a:cubicBezTo>
                  <a:pt x="3886" y="887"/>
                  <a:pt x="3585" y="918"/>
                  <a:pt x="3458" y="1069"/>
                </a:cubicBezTo>
                <a:cubicBezTo>
                  <a:pt x="3369" y="1175"/>
                  <a:pt x="3375" y="1355"/>
                  <a:pt x="3471" y="1457"/>
                </a:cubicBezTo>
                <a:lnTo>
                  <a:pt x="3551" y="1540"/>
                </a:lnTo>
                <a:lnTo>
                  <a:pt x="3445" y="1633"/>
                </a:lnTo>
                <a:cubicBezTo>
                  <a:pt x="3387" y="1685"/>
                  <a:pt x="3341" y="1749"/>
                  <a:pt x="3341" y="1775"/>
                </a:cubicBezTo>
                <a:cubicBezTo>
                  <a:pt x="3341" y="1866"/>
                  <a:pt x="3293" y="1860"/>
                  <a:pt x="3169" y="1755"/>
                </a:cubicBezTo>
                <a:cubicBezTo>
                  <a:pt x="2964" y="1580"/>
                  <a:pt x="2641" y="1581"/>
                  <a:pt x="2473" y="1757"/>
                </a:cubicBezTo>
                <a:cubicBezTo>
                  <a:pt x="2384" y="1850"/>
                  <a:pt x="2381" y="2034"/>
                  <a:pt x="2467" y="2147"/>
                </a:cubicBezTo>
                <a:cubicBezTo>
                  <a:pt x="2518" y="2214"/>
                  <a:pt x="2523" y="2243"/>
                  <a:pt x="2493" y="2295"/>
                </a:cubicBezTo>
                <a:cubicBezTo>
                  <a:pt x="2457" y="2356"/>
                  <a:pt x="2445" y="2359"/>
                  <a:pt x="2306" y="2334"/>
                </a:cubicBezTo>
                <a:cubicBezTo>
                  <a:pt x="1815" y="2246"/>
                  <a:pt x="1562" y="2735"/>
                  <a:pt x="1988" y="2950"/>
                </a:cubicBezTo>
                <a:cubicBezTo>
                  <a:pt x="2106" y="3009"/>
                  <a:pt x="2119" y="3062"/>
                  <a:pt x="2017" y="3062"/>
                </a:cubicBezTo>
                <a:cubicBezTo>
                  <a:pt x="1920" y="3062"/>
                  <a:pt x="1764" y="3143"/>
                  <a:pt x="1713" y="3221"/>
                </a:cubicBezTo>
                <a:cubicBezTo>
                  <a:pt x="1589" y="3408"/>
                  <a:pt x="1694" y="3618"/>
                  <a:pt x="1955" y="3705"/>
                </a:cubicBezTo>
                <a:cubicBezTo>
                  <a:pt x="2147" y="3769"/>
                  <a:pt x="2138" y="3822"/>
                  <a:pt x="1932" y="3831"/>
                </a:cubicBezTo>
                <a:cubicBezTo>
                  <a:pt x="1674" y="3842"/>
                  <a:pt x="1526" y="3969"/>
                  <a:pt x="1525" y="4177"/>
                </a:cubicBezTo>
                <a:cubicBezTo>
                  <a:pt x="1524" y="4259"/>
                  <a:pt x="1547" y="4310"/>
                  <a:pt x="1615" y="4373"/>
                </a:cubicBezTo>
                <a:cubicBezTo>
                  <a:pt x="1666" y="4420"/>
                  <a:pt x="1732" y="4496"/>
                  <a:pt x="1761" y="4541"/>
                </a:cubicBezTo>
                <a:cubicBezTo>
                  <a:pt x="1844" y="4667"/>
                  <a:pt x="1975" y="4730"/>
                  <a:pt x="2157" y="4727"/>
                </a:cubicBezTo>
                <a:cubicBezTo>
                  <a:pt x="2244" y="4726"/>
                  <a:pt x="2354" y="4705"/>
                  <a:pt x="2402" y="4680"/>
                </a:cubicBezTo>
                <a:cubicBezTo>
                  <a:pt x="2483" y="4639"/>
                  <a:pt x="2493" y="4639"/>
                  <a:pt x="2552" y="4680"/>
                </a:cubicBezTo>
                <a:cubicBezTo>
                  <a:pt x="2612" y="4723"/>
                  <a:pt x="2611" y="4729"/>
                  <a:pt x="2511" y="4844"/>
                </a:cubicBezTo>
                <a:cubicBezTo>
                  <a:pt x="2442" y="4924"/>
                  <a:pt x="2390" y="4959"/>
                  <a:pt x="2357" y="4949"/>
                </a:cubicBezTo>
                <a:cubicBezTo>
                  <a:pt x="2211" y="4906"/>
                  <a:pt x="2125" y="4906"/>
                  <a:pt x="1984" y="4947"/>
                </a:cubicBezTo>
                <a:cubicBezTo>
                  <a:pt x="1801" y="5002"/>
                  <a:pt x="1729" y="5093"/>
                  <a:pt x="1729" y="5270"/>
                </a:cubicBezTo>
                <a:cubicBezTo>
                  <a:pt x="1729" y="5370"/>
                  <a:pt x="1748" y="5407"/>
                  <a:pt x="1828" y="5470"/>
                </a:cubicBezTo>
                <a:cubicBezTo>
                  <a:pt x="1882" y="5512"/>
                  <a:pt x="1971" y="5555"/>
                  <a:pt x="2025" y="5564"/>
                </a:cubicBezTo>
                <a:cubicBezTo>
                  <a:pt x="2219" y="5597"/>
                  <a:pt x="2219" y="5597"/>
                  <a:pt x="2141" y="5683"/>
                </a:cubicBezTo>
                <a:cubicBezTo>
                  <a:pt x="1992" y="5846"/>
                  <a:pt x="2032" y="6081"/>
                  <a:pt x="2226" y="6180"/>
                </a:cubicBezTo>
                <a:cubicBezTo>
                  <a:pt x="2360" y="6249"/>
                  <a:pt x="2593" y="6244"/>
                  <a:pt x="2720" y="6171"/>
                </a:cubicBezTo>
                <a:lnTo>
                  <a:pt x="2824" y="6111"/>
                </a:lnTo>
                <a:lnTo>
                  <a:pt x="2891" y="6212"/>
                </a:lnTo>
                <a:cubicBezTo>
                  <a:pt x="2927" y="6269"/>
                  <a:pt x="2999" y="6329"/>
                  <a:pt x="3048" y="6346"/>
                </a:cubicBezTo>
                <a:cubicBezTo>
                  <a:pt x="3176" y="6392"/>
                  <a:pt x="3414" y="6387"/>
                  <a:pt x="3507" y="6336"/>
                </a:cubicBezTo>
                <a:cubicBezTo>
                  <a:pt x="3569" y="6301"/>
                  <a:pt x="3604" y="6298"/>
                  <a:pt x="3669" y="6321"/>
                </a:cubicBezTo>
                <a:cubicBezTo>
                  <a:pt x="3789" y="6364"/>
                  <a:pt x="3771" y="6431"/>
                  <a:pt x="3611" y="6538"/>
                </a:cubicBezTo>
                <a:cubicBezTo>
                  <a:pt x="3492" y="6619"/>
                  <a:pt x="3468" y="6652"/>
                  <a:pt x="3452" y="6764"/>
                </a:cubicBezTo>
                <a:cubicBezTo>
                  <a:pt x="3428" y="6928"/>
                  <a:pt x="3503" y="7048"/>
                  <a:pt x="3669" y="7110"/>
                </a:cubicBezTo>
                <a:cubicBezTo>
                  <a:pt x="3803" y="7160"/>
                  <a:pt x="3846" y="7218"/>
                  <a:pt x="3789" y="7272"/>
                </a:cubicBezTo>
                <a:cubicBezTo>
                  <a:pt x="3733" y="7325"/>
                  <a:pt x="3776" y="7388"/>
                  <a:pt x="3965" y="7530"/>
                </a:cubicBezTo>
                <a:lnTo>
                  <a:pt x="4133" y="7656"/>
                </a:lnTo>
                <a:lnTo>
                  <a:pt x="3964" y="7853"/>
                </a:lnTo>
                <a:cubicBezTo>
                  <a:pt x="3688" y="8174"/>
                  <a:pt x="3476" y="8467"/>
                  <a:pt x="3486" y="8514"/>
                </a:cubicBezTo>
                <a:cubicBezTo>
                  <a:pt x="3491" y="8538"/>
                  <a:pt x="3478" y="8556"/>
                  <a:pt x="3457" y="8553"/>
                </a:cubicBezTo>
                <a:cubicBezTo>
                  <a:pt x="3436" y="8550"/>
                  <a:pt x="3355" y="8634"/>
                  <a:pt x="3278" y="8740"/>
                </a:cubicBezTo>
                <a:cubicBezTo>
                  <a:pt x="3087" y="9002"/>
                  <a:pt x="3080" y="9022"/>
                  <a:pt x="3156" y="9067"/>
                </a:cubicBezTo>
                <a:cubicBezTo>
                  <a:pt x="3218" y="9103"/>
                  <a:pt x="3215" y="9109"/>
                  <a:pt x="3131" y="9116"/>
                </a:cubicBezTo>
                <a:cubicBezTo>
                  <a:pt x="3096" y="9120"/>
                  <a:pt x="3036" y="9231"/>
                  <a:pt x="2860" y="9610"/>
                </a:cubicBezTo>
                <a:cubicBezTo>
                  <a:pt x="2788" y="9766"/>
                  <a:pt x="2590" y="10020"/>
                  <a:pt x="2554" y="10003"/>
                </a:cubicBezTo>
                <a:cubicBezTo>
                  <a:pt x="2503" y="9978"/>
                  <a:pt x="2178" y="10869"/>
                  <a:pt x="2055" y="11370"/>
                </a:cubicBezTo>
                <a:cubicBezTo>
                  <a:pt x="1969" y="11722"/>
                  <a:pt x="1918" y="12206"/>
                  <a:pt x="1963" y="12241"/>
                </a:cubicBezTo>
                <a:cubicBezTo>
                  <a:pt x="1986" y="12259"/>
                  <a:pt x="2004" y="12304"/>
                  <a:pt x="2004" y="12341"/>
                </a:cubicBezTo>
                <a:cubicBezTo>
                  <a:pt x="2004" y="12379"/>
                  <a:pt x="2034" y="12448"/>
                  <a:pt x="2071" y="12496"/>
                </a:cubicBezTo>
                <a:cubicBezTo>
                  <a:pt x="2162" y="12613"/>
                  <a:pt x="2273" y="12964"/>
                  <a:pt x="2274" y="13145"/>
                </a:cubicBezTo>
                <a:cubicBezTo>
                  <a:pt x="2276" y="13290"/>
                  <a:pt x="2354" y="13510"/>
                  <a:pt x="2462" y="13674"/>
                </a:cubicBezTo>
                <a:cubicBezTo>
                  <a:pt x="2493" y="13720"/>
                  <a:pt x="2518" y="13789"/>
                  <a:pt x="2518" y="13828"/>
                </a:cubicBezTo>
                <a:cubicBezTo>
                  <a:pt x="2518" y="13866"/>
                  <a:pt x="2534" y="13922"/>
                  <a:pt x="2554" y="13951"/>
                </a:cubicBezTo>
                <a:cubicBezTo>
                  <a:pt x="2574" y="13980"/>
                  <a:pt x="2598" y="14025"/>
                  <a:pt x="2605" y="14050"/>
                </a:cubicBezTo>
                <a:cubicBezTo>
                  <a:pt x="2613" y="14075"/>
                  <a:pt x="2683" y="14263"/>
                  <a:pt x="2762" y="14469"/>
                </a:cubicBezTo>
                <a:cubicBezTo>
                  <a:pt x="2982" y="15047"/>
                  <a:pt x="2995" y="15092"/>
                  <a:pt x="3002" y="15268"/>
                </a:cubicBezTo>
                <a:lnTo>
                  <a:pt x="3008" y="15432"/>
                </a:lnTo>
                <a:lnTo>
                  <a:pt x="3248" y="15625"/>
                </a:lnTo>
                <a:cubicBezTo>
                  <a:pt x="3380" y="15731"/>
                  <a:pt x="3498" y="15813"/>
                  <a:pt x="3511" y="15807"/>
                </a:cubicBezTo>
                <a:cubicBezTo>
                  <a:pt x="3525" y="15800"/>
                  <a:pt x="3587" y="15836"/>
                  <a:pt x="3651" y="15887"/>
                </a:cubicBezTo>
                <a:cubicBezTo>
                  <a:pt x="3714" y="15938"/>
                  <a:pt x="3753" y="15980"/>
                  <a:pt x="3739" y="15980"/>
                </a:cubicBezTo>
                <a:cubicBezTo>
                  <a:pt x="3724" y="15980"/>
                  <a:pt x="3771" y="16037"/>
                  <a:pt x="3842" y="16107"/>
                </a:cubicBezTo>
                <a:cubicBezTo>
                  <a:pt x="3913" y="16177"/>
                  <a:pt x="3976" y="16240"/>
                  <a:pt x="3981" y="16246"/>
                </a:cubicBezTo>
                <a:cubicBezTo>
                  <a:pt x="3987" y="16252"/>
                  <a:pt x="4002" y="16248"/>
                  <a:pt x="4015" y="16238"/>
                </a:cubicBezTo>
                <a:cubicBezTo>
                  <a:pt x="4028" y="16229"/>
                  <a:pt x="4002" y="16192"/>
                  <a:pt x="3959" y="16156"/>
                </a:cubicBezTo>
                <a:cubicBezTo>
                  <a:pt x="3888" y="16097"/>
                  <a:pt x="3887" y="16013"/>
                  <a:pt x="3957" y="16046"/>
                </a:cubicBezTo>
                <a:cubicBezTo>
                  <a:pt x="4003" y="16069"/>
                  <a:pt x="4029" y="16018"/>
                  <a:pt x="4060" y="15845"/>
                </a:cubicBezTo>
                <a:lnTo>
                  <a:pt x="4089" y="15687"/>
                </a:lnTo>
                <a:lnTo>
                  <a:pt x="3920" y="15486"/>
                </a:lnTo>
                <a:cubicBezTo>
                  <a:pt x="3735" y="15267"/>
                  <a:pt x="3341" y="14724"/>
                  <a:pt x="3341" y="14688"/>
                </a:cubicBezTo>
                <a:cubicBezTo>
                  <a:pt x="3341" y="14676"/>
                  <a:pt x="3326" y="14673"/>
                  <a:pt x="3308" y="14682"/>
                </a:cubicBezTo>
                <a:cubicBezTo>
                  <a:pt x="3245" y="14712"/>
                  <a:pt x="3021" y="14375"/>
                  <a:pt x="3037" y="14273"/>
                </a:cubicBezTo>
                <a:cubicBezTo>
                  <a:pt x="3044" y="14228"/>
                  <a:pt x="2986" y="14137"/>
                  <a:pt x="2940" y="14123"/>
                </a:cubicBezTo>
                <a:cubicBezTo>
                  <a:pt x="2913" y="14115"/>
                  <a:pt x="2901" y="14096"/>
                  <a:pt x="2913" y="14081"/>
                </a:cubicBezTo>
                <a:cubicBezTo>
                  <a:pt x="2925" y="14066"/>
                  <a:pt x="2950" y="14061"/>
                  <a:pt x="2969" y="14071"/>
                </a:cubicBezTo>
                <a:cubicBezTo>
                  <a:pt x="2993" y="14082"/>
                  <a:pt x="2996" y="14066"/>
                  <a:pt x="2980" y="14024"/>
                </a:cubicBezTo>
                <a:cubicBezTo>
                  <a:pt x="2966" y="13989"/>
                  <a:pt x="2933" y="13951"/>
                  <a:pt x="2907" y="13939"/>
                </a:cubicBezTo>
                <a:cubicBezTo>
                  <a:pt x="2875" y="13925"/>
                  <a:pt x="2870" y="13903"/>
                  <a:pt x="2891" y="13874"/>
                </a:cubicBezTo>
                <a:cubicBezTo>
                  <a:pt x="2909" y="13848"/>
                  <a:pt x="2907" y="13798"/>
                  <a:pt x="2888" y="13749"/>
                </a:cubicBezTo>
                <a:cubicBezTo>
                  <a:pt x="2870" y="13704"/>
                  <a:pt x="2849" y="13637"/>
                  <a:pt x="2841" y="13600"/>
                </a:cubicBezTo>
                <a:cubicBezTo>
                  <a:pt x="2832" y="13563"/>
                  <a:pt x="2818" y="13506"/>
                  <a:pt x="2808" y="13472"/>
                </a:cubicBezTo>
                <a:cubicBezTo>
                  <a:pt x="2796" y="13431"/>
                  <a:pt x="2822" y="13379"/>
                  <a:pt x="2889" y="13312"/>
                </a:cubicBezTo>
                <a:cubicBezTo>
                  <a:pt x="3019" y="13183"/>
                  <a:pt x="3042" y="13099"/>
                  <a:pt x="2985" y="12955"/>
                </a:cubicBezTo>
                <a:cubicBezTo>
                  <a:pt x="2872" y="12672"/>
                  <a:pt x="2816" y="12512"/>
                  <a:pt x="2807" y="12453"/>
                </a:cubicBezTo>
                <a:cubicBezTo>
                  <a:pt x="2802" y="12419"/>
                  <a:pt x="2761" y="12361"/>
                  <a:pt x="2718" y="12325"/>
                </a:cubicBezTo>
                <a:cubicBezTo>
                  <a:pt x="2643" y="12263"/>
                  <a:pt x="2642" y="12256"/>
                  <a:pt x="2698" y="12224"/>
                </a:cubicBezTo>
                <a:cubicBezTo>
                  <a:pt x="2760" y="12189"/>
                  <a:pt x="2784" y="12113"/>
                  <a:pt x="2723" y="12142"/>
                </a:cubicBezTo>
                <a:cubicBezTo>
                  <a:pt x="2660" y="12172"/>
                  <a:pt x="2618" y="12129"/>
                  <a:pt x="2656" y="12073"/>
                </a:cubicBezTo>
                <a:cubicBezTo>
                  <a:pt x="2676" y="12044"/>
                  <a:pt x="2681" y="12007"/>
                  <a:pt x="2667" y="11989"/>
                </a:cubicBezTo>
                <a:cubicBezTo>
                  <a:pt x="2632" y="11946"/>
                  <a:pt x="2630" y="11734"/>
                  <a:pt x="2660" y="11487"/>
                </a:cubicBezTo>
                <a:cubicBezTo>
                  <a:pt x="2674" y="11371"/>
                  <a:pt x="2671" y="11275"/>
                  <a:pt x="2653" y="11261"/>
                </a:cubicBezTo>
                <a:cubicBezTo>
                  <a:pt x="2603" y="11221"/>
                  <a:pt x="2615" y="11113"/>
                  <a:pt x="2670" y="11096"/>
                </a:cubicBezTo>
                <a:cubicBezTo>
                  <a:pt x="2709" y="11084"/>
                  <a:pt x="2711" y="11070"/>
                  <a:pt x="2682" y="11033"/>
                </a:cubicBezTo>
                <a:cubicBezTo>
                  <a:pt x="2634" y="10974"/>
                  <a:pt x="2671" y="10888"/>
                  <a:pt x="2732" y="10916"/>
                </a:cubicBezTo>
                <a:cubicBezTo>
                  <a:pt x="2766" y="10932"/>
                  <a:pt x="2766" y="10927"/>
                  <a:pt x="2732" y="10894"/>
                </a:cubicBezTo>
                <a:cubicBezTo>
                  <a:pt x="2696" y="10860"/>
                  <a:pt x="2697" y="10846"/>
                  <a:pt x="2740" y="10819"/>
                </a:cubicBezTo>
                <a:cubicBezTo>
                  <a:pt x="2768" y="10800"/>
                  <a:pt x="2792" y="10762"/>
                  <a:pt x="2792" y="10735"/>
                </a:cubicBezTo>
                <a:cubicBezTo>
                  <a:pt x="2792" y="10656"/>
                  <a:pt x="2953" y="10145"/>
                  <a:pt x="3072" y="9845"/>
                </a:cubicBezTo>
                <a:cubicBezTo>
                  <a:pt x="3286" y="9305"/>
                  <a:pt x="3588" y="8738"/>
                  <a:pt x="3685" y="8691"/>
                </a:cubicBezTo>
                <a:cubicBezTo>
                  <a:pt x="3754" y="8658"/>
                  <a:pt x="3836" y="8754"/>
                  <a:pt x="3833" y="8862"/>
                </a:cubicBezTo>
                <a:cubicBezTo>
                  <a:pt x="3831" y="8918"/>
                  <a:pt x="3789" y="9084"/>
                  <a:pt x="3740" y="9230"/>
                </a:cubicBezTo>
                <a:cubicBezTo>
                  <a:pt x="3630" y="9557"/>
                  <a:pt x="3542" y="10009"/>
                  <a:pt x="3578" y="10066"/>
                </a:cubicBezTo>
                <a:cubicBezTo>
                  <a:pt x="3867" y="10539"/>
                  <a:pt x="3844" y="10465"/>
                  <a:pt x="3872" y="11019"/>
                </a:cubicBezTo>
                <a:cubicBezTo>
                  <a:pt x="3887" y="11298"/>
                  <a:pt x="3903" y="11642"/>
                  <a:pt x="3908" y="11781"/>
                </a:cubicBezTo>
                <a:cubicBezTo>
                  <a:pt x="3913" y="11921"/>
                  <a:pt x="3934" y="12167"/>
                  <a:pt x="3955" y="12329"/>
                </a:cubicBezTo>
                <a:cubicBezTo>
                  <a:pt x="4010" y="12765"/>
                  <a:pt x="4001" y="12895"/>
                  <a:pt x="3901" y="13160"/>
                </a:cubicBezTo>
                <a:cubicBezTo>
                  <a:pt x="3813" y="13394"/>
                  <a:pt x="3732" y="13657"/>
                  <a:pt x="3694" y="13836"/>
                </a:cubicBezTo>
                <a:cubicBezTo>
                  <a:pt x="3671" y="13944"/>
                  <a:pt x="3729" y="14038"/>
                  <a:pt x="3843" y="14079"/>
                </a:cubicBezTo>
                <a:cubicBezTo>
                  <a:pt x="3889" y="14095"/>
                  <a:pt x="3919" y="14097"/>
                  <a:pt x="3908" y="14084"/>
                </a:cubicBezTo>
                <a:cubicBezTo>
                  <a:pt x="3898" y="14071"/>
                  <a:pt x="3954" y="14015"/>
                  <a:pt x="4032" y="13959"/>
                </a:cubicBezTo>
                <a:lnTo>
                  <a:pt x="4175" y="13859"/>
                </a:lnTo>
                <a:lnTo>
                  <a:pt x="4251" y="13933"/>
                </a:lnTo>
                <a:cubicBezTo>
                  <a:pt x="4292" y="13974"/>
                  <a:pt x="4319" y="14027"/>
                  <a:pt x="4312" y="14051"/>
                </a:cubicBezTo>
                <a:cubicBezTo>
                  <a:pt x="4296" y="14103"/>
                  <a:pt x="4354" y="14182"/>
                  <a:pt x="4389" y="14155"/>
                </a:cubicBezTo>
                <a:cubicBezTo>
                  <a:pt x="4402" y="14145"/>
                  <a:pt x="4395" y="14120"/>
                  <a:pt x="4374" y="14100"/>
                </a:cubicBezTo>
                <a:cubicBezTo>
                  <a:pt x="4352" y="14080"/>
                  <a:pt x="4344" y="14056"/>
                  <a:pt x="4355" y="14048"/>
                </a:cubicBezTo>
                <a:cubicBezTo>
                  <a:pt x="4366" y="14040"/>
                  <a:pt x="4358" y="14009"/>
                  <a:pt x="4339" y="13981"/>
                </a:cubicBezTo>
                <a:cubicBezTo>
                  <a:pt x="4267" y="13876"/>
                  <a:pt x="4480" y="13824"/>
                  <a:pt x="4636" y="13909"/>
                </a:cubicBezTo>
                <a:cubicBezTo>
                  <a:pt x="4733" y="13963"/>
                  <a:pt x="4878" y="14183"/>
                  <a:pt x="4899" y="14311"/>
                </a:cubicBezTo>
                <a:cubicBezTo>
                  <a:pt x="4921" y="14441"/>
                  <a:pt x="4950" y="14514"/>
                  <a:pt x="5003" y="14562"/>
                </a:cubicBezTo>
                <a:cubicBezTo>
                  <a:pt x="5052" y="14608"/>
                  <a:pt x="5157" y="14949"/>
                  <a:pt x="5157" y="15066"/>
                </a:cubicBezTo>
                <a:cubicBezTo>
                  <a:pt x="5157" y="15109"/>
                  <a:pt x="5125" y="15176"/>
                  <a:pt x="5086" y="15214"/>
                </a:cubicBezTo>
                <a:cubicBezTo>
                  <a:pt x="5019" y="15281"/>
                  <a:pt x="5010" y="15282"/>
                  <a:pt x="4917" y="15244"/>
                </a:cubicBezTo>
                <a:cubicBezTo>
                  <a:pt x="4798" y="15196"/>
                  <a:pt x="4779" y="15174"/>
                  <a:pt x="4761" y="15065"/>
                </a:cubicBezTo>
                <a:cubicBezTo>
                  <a:pt x="4753" y="15014"/>
                  <a:pt x="4710" y="14957"/>
                  <a:pt x="4654" y="14923"/>
                </a:cubicBezTo>
                <a:cubicBezTo>
                  <a:pt x="4566" y="14868"/>
                  <a:pt x="4564" y="14864"/>
                  <a:pt x="4628" y="14836"/>
                </a:cubicBezTo>
                <a:cubicBezTo>
                  <a:pt x="4681" y="14812"/>
                  <a:pt x="4685" y="14799"/>
                  <a:pt x="4651" y="14772"/>
                </a:cubicBezTo>
                <a:cubicBezTo>
                  <a:pt x="4616" y="14745"/>
                  <a:pt x="4608" y="14747"/>
                  <a:pt x="4608" y="14779"/>
                </a:cubicBezTo>
                <a:cubicBezTo>
                  <a:pt x="4608" y="14800"/>
                  <a:pt x="4578" y="14838"/>
                  <a:pt x="4542" y="14862"/>
                </a:cubicBezTo>
                <a:cubicBezTo>
                  <a:pt x="4477" y="14905"/>
                  <a:pt x="4477" y="14910"/>
                  <a:pt x="4538" y="15040"/>
                </a:cubicBezTo>
                <a:cubicBezTo>
                  <a:pt x="4573" y="15114"/>
                  <a:pt x="4587" y="15184"/>
                  <a:pt x="4571" y="15196"/>
                </a:cubicBezTo>
                <a:cubicBezTo>
                  <a:pt x="4541" y="15220"/>
                  <a:pt x="4825" y="15619"/>
                  <a:pt x="4873" y="15620"/>
                </a:cubicBezTo>
                <a:cubicBezTo>
                  <a:pt x="4887" y="15620"/>
                  <a:pt x="4968" y="15656"/>
                  <a:pt x="5051" y="15700"/>
                </a:cubicBezTo>
                <a:cubicBezTo>
                  <a:pt x="5179" y="15766"/>
                  <a:pt x="5230" y="15822"/>
                  <a:pt x="5367" y="16046"/>
                </a:cubicBezTo>
                <a:cubicBezTo>
                  <a:pt x="5457" y="16192"/>
                  <a:pt x="5521" y="16322"/>
                  <a:pt x="5511" y="16335"/>
                </a:cubicBezTo>
                <a:cubicBezTo>
                  <a:pt x="5500" y="16348"/>
                  <a:pt x="5538" y="16403"/>
                  <a:pt x="5593" y="16457"/>
                </a:cubicBezTo>
                <a:cubicBezTo>
                  <a:pt x="5748" y="16607"/>
                  <a:pt x="5815" y="16725"/>
                  <a:pt x="5817" y="16854"/>
                </a:cubicBezTo>
                <a:cubicBezTo>
                  <a:pt x="5820" y="17000"/>
                  <a:pt x="5777" y="17039"/>
                  <a:pt x="5666" y="16997"/>
                </a:cubicBezTo>
                <a:cubicBezTo>
                  <a:pt x="5596" y="16971"/>
                  <a:pt x="5598" y="16975"/>
                  <a:pt x="5681" y="17030"/>
                </a:cubicBezTo>
                <a:cubicBezTo>
                  <a:pt x="5768" y="17087"/>
                  <a:pt x="5773" y="17101"/>
                  <a:pt x="5738" y="17172"/>
                </a:cubicBezTo>
                <a:cubicBezTo>
                  <a:pt x="5685" y="17282"/>
                  <a:pt x="5570" y="17370"/>
                  <a:pt x="5479" y="17370"/>
                </a:cubicBezTo>
                <a:cubicBezTo>
                  <a:pt x="5437" y="17370"/>
                  <a:pt x="5356" y="17340"/>
                  <a:pt x="5300" y="17303"/>
                </a:cubicBezTo>
                <a:cubicBezTo>
                  <a:pt x="5240" y="17264"/>
                  <a:pt x="5175" y="17243"/>
                  <a:pt x="5144" y="17253"/>
                </a:cubicBezTo>
                <a:cubicBezTo>
                  <a:pt x="5095" y="17267"/>
                  <a:pt x="5095" y="17278"/>
                  <a:pt x="5144" y="17367"/>
                </a:cubicBezTo>
                <a:cubicBezTo>
                  <a:pt x="5174" y="17420"/>
                  <a:pt x="5201" y="17486"/>
                  <a:pt x="5203" y="17512"/>
                </a:cubicBezTo>
                <a:cubicBezTo>
                  <a:pt x="5209" y="17563"/>
                  <a:pt x="5488" y="17829"/>
                  <a:pt x="5527" y="17819"/>
                </a:cubicBezTo>
                <a:cubicBezTo>
                  <a:pt x="5540" y="17815"/>
                  <a:pt x="5551" y="17821"/>
                  <a:pt x="5551" y="17831"/>
                </a:cubicBezTo>
                <a:cubicBezTo>
                  <a:pt x="5551" y="17862"/>
                  <a:pt x="6049" y="18247"/>
                  <a:pt x="6228" y="18354"/>
                </a:cubicBezTo>
                <a:cubicBezTo>
                  <a:pt x="6385" y="18448"/>
                  <a:pt x="6471" y="18566"/>
                  <a:pt x="6508" y="18735"/>
                </a:cubicBezTo>
                <a:cubicBezTo>
                  <a:pt x="6516" y="18772"/>
                  <a:pt x="6526" y="18807"/>
                  <a:pt x="6530" y="18815"/>
                </a:cubicBezTo>
                <a:cubicBezTo>
                  <a:pt x="6533" y="18822"/>
                  <a:pt x="6538" y="18841"/>
                  <a:pt x="6541" y="18855"/>
                </a:cubicBezTo>
                <a:cubicBezTo>
                  <a:pt x="6545" y="18870"/>
                  <a:pt x="6565" y="18930"/>
                  <a:pt x="6588" y="18989"/>
                </a:cubicBezTo>
                <a:cubicBezTo>
                  <a:pt x="6610" y="19047"/>
                  <a:pt x="6627" y="19106"/>
                  <a:pt x="6626" y="19118"/>
                </a:cubicBezTo>
                <a:cubicBezTo>
                  <a:pt x="6625" y="19130"/>
                  <a:pt x="6665" y="19175"/>
                  <a:pt x="6715" y="19216"/>
                </a:cubicBezTo>
                <a:cubicBezTo>
                  <a:pt x="6766" y="19257"/>
                  <a:pt x="6811" y="19306"/>
                  <a:pt x="6816" y="19326"/>
                </a:cubicBezTo>
                <a:cubicBezTo>
                  <a:pt x="6821" y="19346"/>
                  <a:pt x="6838" y="19398"/>
                  <a:pt x="6853" y="19441"/>
                </a:cubicBezTo>
                <a:cubicBezTo>
                  <a:pt x="6876" y="19505"/>
                  <a:pt x="6867" y="19528"/>
                  <a:pt x="6805" y="19567"/>
                </a:cubicBezTo>
                <a:cubicBezTo>
                  <a:pt x="6763" y="19594"/>
                  <a:pt x="6738" y="19628"/>
                  <a:pt x="6750" y="19643"/>
                </a:cubicBezTo>
                <a:cubicBezTo>
                  <a:pt x="6762" y="19658"/>
                  <a:pt x="6748" y="19679"/>
                  <a:pt x="6719" y="19688"/>
                </a:cubicBezTo>
                <a:cubicBezTo>
                  <a:pt x="6659" y="19705"/>
                  <a:pt x="6646" y="19819"/>
                  <a:pt x="6700" y="19845"/>
                </a:cubicBezTo>
                <a:cubicBezTo>
                  <a:pt x="6719" y="19854"/>
                  <a:pt x="6727" y="19872"/>
                  <a:pt x="6716" y="19885"/>
                </a:cubicBezTo>
                <a:cubicBezTo>
                  <a:pt x="6706" y="19898"/>
                  <a:pt x="6725" y="19909"/>
                  <a:pt x="6758" y="19909"/>
                </a:cubicBezTo>
                <a:cubicBezTo>
                  <a:pt x="6959" y="19908"/>
                  <a:pt x="7075" y="19927"/>
                  <a:pt x="7203" y="19983"/>
                </a:cubicBezTo>
                <a:cubicBezTo>
                  <a:pt x="7284" y="20018"/>
                  <a:pt x="7355" y="20034"/>
                  <a:pt x="7366" y="20020"/>
                </a:cubicBezTo>
                <a:cubicBezTo>
                  <a:pt x="7378" y="20005"/>
                  <a:pt x="7455" y="20022"/>
                  <a:pt x="7545" y="20060"/>
                </a:cubicBezTo>
                <a:cubicBezTo>
                  <a:pt x="7632" y="20096"/>
                  <a:pt x="7722" y="20126"/>
                  <a:pt x="7745" y="20126"/>
                </a:cubicBezTo>
                <a:cubicBezTo>
                  <a:pt x="7804" y="20126"/>
                  <a:pt x="7971" y="20232"/>
                  <a:pt x="7951" y="20257"/>
                </a:cubicBezTo>
                <a:cubicBezTo>
                  <a:pt x="7942" y="20269"/>
                  <a:pt x="7994" y="20299"/>
                  <a:pt x="8067" y="20325"/>
                </a:cubicBezTo>
                <a:cubicBezTo>
                  <a:pt x="8140" y="20351"/>
                  <a:pt x="8246" y="20405"/>
                  <a:pt x="8304" y="20446"/>
                </a:cubicBezTo>
                <a:cubicBezTo>
                  <a:pt x="8361" y="20487"/>
                  <a:pt x="8418" y="20514"/>
                  <a:pt x="8429" y="20505"/>
                </a:cubicBezTo>
                <a:cubicBezTo>
                  <a:pt x="8441" y="20497"/>
                  <a:pt x="8459" y="20516"/>
                  <a:pt x="8470" y="20548"/>
                </a:cubicBezTo>
                <a:cubicBezTo>
                  <a:pt x="8481" y="20580"/>
                  <a:pt x="8502" y="20600"/>
                  <a:pt x="8517" y="20592"/>
                </a:cubicBezTo>
                <a:cubicBezTo>
                  <a:pt x="8533" y="20585"/>
                  <a:pt x="8564" y="20604"/>
                  <a:pt x="8585" y="20634"/>
                </a:cubicBezTo>
                <a:cubicBezTo>
                  <a:pt x="8606" y="20664"/>
                  <a:pt x="8643" y="20685"/>
                  <a:pt x="8669" y="20681"/>
                </a:cubicBezTo>
                <a:cubicBezTo>
                  <a:pt x="8696" y="20677"/>
                  <a:pt x="8717" y="20686"/>
                  <a:pt x="8716" y="20701"/>
                </a:cubicBezTo>
                <a:cubicBezTo>
                  <a:pt x="8715" y="20716"/>
                  <a:pt x="8699" y="20724"/>
                  <a:pt x="8681" y="20720"/>
                </a:cubicBezTo>
                <a:cubicBezTo>
                  <a:pt x="8663" y="20716"/>
                  <a:pt x="8657" y="20725"/>
                  <a:pt x="8669" y="20741"/>
                </a:cubicBezTo>
                <a:cubicBezTo>
                  <a:pt x="8682" y="20756"/>
                  <a:pt x="8718" y="20766"/>
                  <a:pt x="8750" y="20762"/>
                </a:cubicBezTo>
                <a:cubicBezTo>
                  <a:pt x="8786" y="20757"/>
                  <a:pt x="8803" y="20770"/>
                  <a:pt x="8797" y="20798"/>
                </a:cubicBezTo>
                <a:cubicBezTo>
                  <a:pt x="8791" y="20826"/>
                  <a:pt x="8811" y="20840"/>
                  <a:pt x="8849" y="20838"/>
                </a:cubicBezTo>
                <a:cubicBezTo>
                  <a:pt x="8883" y="20836"/>
                  <a:pt x="8910" y="20851"/>
                  <a:pt x="8910" y="20873"/>
                </a:cubicBezTo>
                <a:cubicBezTo>
                  <a:pt x="8910" y="20894"/>
                  <a:pt x="8940" y="20937"/>
                  <a:pt x="8978" y="20967"/>
                </a:cubicBezTo>
                <a:cubicBezTo>
                  <a:pt x="9033" y="21011"/>
                  <a:pt x="9094" y="21022"/>
                  <a:pt x="9287" y="21024"/>
                </a:cubicBezTo>
                <a:lnTo>
                  <a:pt x="9527" y="21028"/>
                </a:lnTo>
                <a:lnTo>
                  <a:pt x="9520" y="21105"/>
                </a:lnTo>
                <a:cubicBezTo>
                  <a:pt x="9514" y="21166"/>
                  <a:pt x="9519" y="21172"/>
                  <a:pt x="9546" y="21136"/>
                </a:cubicBezTo>
                <a:cubicBezTo>
                  <a:pt x="9575" y="21096"/>
                  <a:pt x="9589" y="21096"/>
                  <a:pt x="9673" y="21130"/>
                </a:cubicBezTo>
                <a:cubicBezTo>
                  <a:pt x="9849" y="21202"/>
                  <a:pt x="10051" y="21174"/>
                  <a:pt x="10217" y="21056"/>
                </a:cubicBezTo>
                <a:cubicBezTo>
                  <a:pt x="10265" y="21022"/>
                  <a:pt x="10299" y="21014"/>
                  <a:pt x="10314" y="21033"/>
                </a:cubicBezTo>
                <a:cubicBezTo>
                  <a:pt x="10330" y="21053"/>
                  <a:pt x="10356" y="21054"/>
                  <a:pt x="10403" y="21034"/>
                </a:cubicBezTo>
                <a:cubicBezTo>
                  <a:pt x="10459" y="21011"/>
                  <a:pt x="10475" y="21016"/>
                  <a:pt x="10499" y="21067"/>
                </a:cubicBezTo>
                <a:cubicBezTo>
                  <a:pt x="10516" y="21100"/>
                  <a:pt x="10523" y="21137"/>
                  <a:pt x="10515" y="21148"/>
                </a:cubicBezTo>
                <a:cubicBezTo>
                  <a:pt x="10506" y="21159"/>
                  <a:pt x="10535" y="21168"/>
                  <a:pt x="10580" y="21168"/>
                </a:cubicBezTo>
                <a:cubicBezTo>
                  <a:pt x="10624" y="21168"/>
                  <a:pt x="10691" y="21186"/>
                  <a:pt x="10728" y="21206"/>
                </a:cubicBezTo>
                <a:cubicBezTo>
                  <a:pt x="10765" y="21227"/>
                  <a:pt x="10880" y="21247"/>
                  <a:pt x="10983" y="21251"/>
                </a:cubicBezTo>
                <a:cubicBezTo>
                  <a:pt x="11087" y="21256"/>
                  <a:pt x="11190" y="21270"/>
                  <a:pt x="11212" y="21282"/>
                </a:cubicBezTo>
                <a:cubicBezTo>
                  <a:pt x="11234" y="21295"/>
                  <a:pt x="11261" y="21293"/>
                  <a:pt x="11273" y="21277"/>
                </a:cubicBezTo>
                <a:cubicBezTo>
                  <a:pt x="11286" y="21261"/>
                  <a:pt x="11333" y="21249"/>
                  <a:pt x="11378" y="21249"/>
                </a:cubicBezTo>
                <a:cubicBezTo>
                  <a:pt x="11441" y="21249"/>
                  <a:pt x="11474" y="21275"/>
                  <a:pt x="11524" y="21363"/>
                </a:cubicBezTo>
                <a:cubicBezTo>
                  <a:pt x="11597" y="21492"/>
                  <a:pt x="11657" y="21537"/>
                  <a:pt x="11794" y="21569"/>
                </a:cubicBezTo>
                <a:cubicBezTo>
                  <a:pt x="11848" y="21582"/>
                  <a:pt x="11911" y="21592"/>
                  <a:pt x="11935" y="21594"/>
                </a:cubicBezTo>
                <a:cubicBezTo>
                  <a:pt x="12036" y="21599"/>
                  <a:pt x="12220" y="21514"/>
                  <a:pt x="12284" y="21432"/>
                </a:cubicBezTo>
                <a:cubicBezTo>
                  <a:pt x="12337" y="21364"/>
                  <a:pt x="12378" y="21342"/>
                  <a:pt x="12465" y="21338"/>
                </a:cubicBezTo>
                <a:cubicBezTo>
                  <a:pt x="12527" y="21336"/>
                  <a:pt x="12603" y="21352"/>
                  <a:pt x="12635" y="21375"/>
                </a:cubicBezTo>
                <a:cubicBezTo>
                  <a:pt x="12666" y="21397"/>
                  <a:pt x="12708" y="21407"/>
                  <a:pt x="12726" y="21398"/>
                </a:cubicBezTo>
                <a:cubicBezTo>
                  <a:pt x="12745" y="21389"/>
                  <a:pt x="12770" y="21393"/>
                  <a:pt x="12782" y="21408"/>
                </a:cubicBezTo>
                <a:cubicBezTo>
                  <a:pt x="12800" y="21430"/>
                  <a:pt x="12897" y="21430"/>
                  <a:pt x="12971" y="21408"/>
                </a:cubicBezTo>
                <a:cubicBezTo>
                  <a:pt x="12981" y="21405"/>
                  <a:pt x="12999" y="21404"/>
                  <a:pt x="13013" y="21405"/>
                </a:cubicBezTo>
                <a:cubicBezTo>
                  <a:pt x="13026" y="21407"/>
                  <a:pt x="13054" y="21384"/>
                  <a:pt x="13074" y="21355"/>
                </a:cubicBezTo>
                <a:cubicBezTo>
                  <a:pt x="13116" y="21295"/>
                  <a:pt x="13185" y="21308"/>
                  <a:pt x="13154" y="21370"/>
                </a:cubicBezTo>
                <a:cubicBezTo>
                  <a:pt x="13128" y="21424"/>
                  <a:pt x="13240" y="21421"/>
                  <a:pt x="13319" y="21366"/>
                </a:cubicBezTo>
                <a:cubicBezTo>
                  <a:pt x="13376" y="21326"/>
                  <a:pt x="13383" y="21326"/>
                  <a:pt x="13402" y="21365"/>
                </a:cubicBezTo>
                <a:cubicBezTo>
                  <a:pt x="13436" y="21435"/>
                  <a:pt x="13912" y="21399"/>
                  <a:pt x="14070" y="21314"/>
                </a:cubicBezTo>
                <a:cubicBezTo>
                  <a:pt x="14137" y="21278"/>
                  <a:pt x="14202" y="21249"/>
                  <a:pt x="14216" y="21249"/>
                </a:cubicBezTo>
                <a:cubicBezTo>
                  <a:pt x="14230" y="21249"/>
                  <a:pt x="14300" y="21297"/>
                  <a:pt x="14372" y="21356"/>
                </a:cubicBezTo>
                <a:cubicBezTo>
                  <a:pt x="14487" y="21450"/>
                  <a:pt x="14521" y="21462"/>
                  <a:pt x="14661" y="21462"/>
                </a:cubicBezTo>
                <a:cubicBezTo>
                  <a:pt x="14899" y="21462"/>
                  <a:pt x="14992" y="21418"/>
                  <a:pt x="15083" y="21257"/>
                </a:cubicBezTo>
                <a:cubicBezTo>
                  <a:pt x="15142" y="21153"/>
                  <a:pt x="15177" y="21120"/>
                  <a:pt x="15217" y="21132"/>
                </a:cubicBezTo>
                <a:cubicBezTo>
                  <a:pt x="15251" y="21142"/>
                  <a:pt x="15267" y="21136"/>
                  <a:pt x="15261" y="21112"/>
                </a:cubicBezTo>
                <a:cubicBezTo>
                  <a:pt x="15253" y="21084"/>
                  <a:pt x="15292" y="21076"/>
                  <a:pt x="15423" y="21080"/>
                </a:cubicBezTo>
                <a:cubicBezTo>
                  <a:pt x="15569" y="21085"/>
                  <a:pt x="15601" y="21076"/>
                  <a:pt x="15629" y="21029"/>
                </a:cubicBezTo>
                <a:cubicBezTo>
                  <a:pt x="15647" y="20998"/>
                  <a:pt x="15688" y="20959"/>
                  <a:pt x="15721" y="20944"/>
                </a:cubicBezTo>
                <a:cubicBezTo>
                  <a:pt x="15770" y="20920"/>
                  <a:pt x="15797" y="20928"/>
                  <a:pt x="15859" y="20985"/>
                </a:cubicBezTo>
                <a:cubicBezTo>
                  <a:pt x="15902" y="21024"/>
                  <a:pt x="15969" y="21070"/>
                  <a:pt x="16010" y="21086"/>
                </a:cubicBezTo>
                <a:cubicBezTo>
                  <a:pt x="16103" y="21122"/>
                  <a:pt x="16296" y="21124"/>
                  <a:pt x="16413" y="21089"/>
                </a:cubicBezTo>
                <a:cubicBezTo>
                  <a:pt x="16517" y="21059"/>
                  <a:pt x="16638" y="20915"/>
                  <a:pt x="16638" y="20822"/>
                </a:cubicBezTo>
                <a:cubicBezTo>
                  <a:pt x="16638" y="20786"/>
                  <a:pt x="16673" y="20728"/>
                  <a:pt x="16716" y="20692"/>
                </a:cubicBezTo>
                <a:cubicBezTo>
                  <a:pt x="16792" y="20627"/>
                  <a:pt x="16792" y="20627"/>
                  <a:pt x="16719" y="20657"/>
                </a:cubicBezTo>
                <a:cubicBezTo>
                  <a:pt x="16656" y="20682"/>
                  <a:pt x="16637" y="20676"/>
                  <a:pt x="16588" y="20618"/>
                </a:cubicBezTo>
                <a:cubicBezTo>
                  <a:pt x="16557" y="20581"/>
                  <a:pt x="16484" y="20528"/>
                  <a:pt x="16425" y="20500"/>
                </a:cubicBezTo>
                <a:cubicBezTo>
                  <a:pt x="16254" y="20419"/>
                  <a:pt x="16273" y="20347"/>
                  <a:pt x="16485" y="20273"/>
                </a:cubicBezTo>
                <a:cubicBezTo>
                  <a:pt x="16583" y="20240"/>
                  <a:pt x="16675" y="20198"/>
                  <a:pt x="16689" y="20180"/>
                </a:cubicBezTo>
                <a:cubicBezTo>
                  <a:pt x="16707" y="20157"/>
                  <a:pt x="16732" y="20162"/>
                  <a:pt x="16782" y="20197"/>
                </a:cubicBezTo>
                <a:cubicBezTo>
                  <a:pt x="16820" y="20224"/>
                  <a:pt x="16915" y="20266"/>
                  <a:pt x="16993" y="20290"/>
                </a:cubicBezTo>
                <a:cubicBezTo>
                  <a:pt x="17119" y="20328"/>
                  <a:pt x="17138" y="20345"/>
                  <a:pt x="17154" y="20436"/>
                </a:cubicBezTo>
                <a:cubicBezTo>
                  <a:pt x="17180" y="20577"/>
                  <a:pt x="17238" y="20652"/>
                  <a:pt x="17358" y="20700"/>
                </a:cubicBezTo>
                <a:cubicBezTo>
                  <a:pt x="17514" y="20763"/>
                  <a:pt x="17713" y="20752"/>
                  <a:pt x="17833" y="20673"/>
                </a:cubicBezTo>
                <a:cubicBezTo>
                  <a:pt x="17942" y="20602"/>
                  <a:pt x="18029" y="20444"/>
                  <a:pt x="17997" y="20379"/>
                </a:cubicBezTo>
                <a:cubicBezTo>
                  <a:pt x="17986" y="20356"/>
                  <a:pt x="18007" y="20328"/>
                  <a:pt x="18047" y="20312"/>
                </a:cubicBezTo>
                <a:cubicBezTo>
                  <a:pt x="18100" y="20289"/>
                  <a:pt x="18107" y="20274"/>
                  <a:pt x="18078" y="20246"/>
                </a:cubicBezTo>
                <a:cubicBezTo>
                  <a:pt x="18049" y="20219"/>
                  <a:pt x="18057" y="20201"/>
                  <a:pt x="18111" y="20172"/>
                </a:cubicBezTo>
                <a:cubicBezTo>
                  <a:pt x="18149" y="20151"/>
                  <a:pt x="18171" y="20127"/>
                  <a:pt x="18161" y="20119"/>
                </a:cubicBezTo>
                <a:cubicBezTo>
                  <a:pt x="18128" y="20094"/>
                  <a:pt x="18272" y="20045"/>
                  <a:pt x="18411" y="20034"/>
                </a:cubicBezTo>
                <a:cubicBezTo>
                  <a:pt x="18482" y="20028"/>
                  <a:pt x="18550" y="20022"/>
                  <a:pt x="18562" y="20021"/>
                </a:cubicBezTo>
                <a:cubicBezTo>
                  <a:pt x="18574" y="20020"/>
                  <a:pt x="18611" y="19987"/>
                  <a:pt x="18643" y="19948"/>
                </a:cubicBezTo>
                <a:cubicBezTo>
                  <a:pt x="18676" y="19910"/>
                  <a:pt x="18686" y="19886"/>
                  <a:pt x="18667" y="19895"/>
                </a:cubicBezTo>
                <a:cubicBezTo>
                  <a:pt x="18599" y="19928"/>
                  <a:pt x="18594" y="19865"/>
                  <a:pt x="18661" y="19818"/>
                </a:cubicBezTo>
                <a:cubicBezTo>
                  <a:pt x="18722" y="19775"/>
                  <a:pt x="18729" y="19774"/>
                  <a:pt x="18749" y="19814"/>
                </a:cubicBezTo>
                <a:cubicBezTo>
                  <a:pt x="18761" y="19838"/>
                  <a:pt x="18786" y="19858"/>
                  <a:pt x="18805" y="19858"/>
                </a:cubicBezTo>
                <a:cubicBezTo>
                  <a:pt x="18823" y="19858"/>
                  <a:pt x="18830" y="19841"/>
                  <a:pt x="18820" y="19819"/>
                </a:cubicBezTo>
                <a:cubicBezTo>
                  <a:pt x="18791" y="19760"/>
                  <a:pt x="18957" y="19619"/>
                  <a:pt x="19040" y="19631"/>
                </a:cubicBezTo>
                <a:cubicBezTo>
                  <a:pt x="19080" y="19637"/>
                  <a:pt x="19134" y="19619"/>
                  <a:pt x="19167" y="19589"/>
                </a:cubicBezTo>
                <a:cubicBezTo>
                  <a:pt x="19210" y="19550"/>
                  <a:pt x="19268" y="19537"/>
                  <a:pt x="19402" y="19537"/>
                </a:cubicBezTo>
                <a:cubicBezTo>
                  <a:pt x="19542" y="19537"/>
                  <a:pt x="19602" y="19523"/>
                  <a:pt x="19682" y="19470"/>
                </a:cubicBezTo>
                <a:cubicBezTo>
                  <a:pt x="19786" y="19402"/>
                  <a:pt x="19842" y="19300"/>
                  <a:pt x="19829" y="19200"/>
                </a:cubicBezTo>
                <a:cubicBezTo>
                  <a:pt x="19823" y="19153"/>
                  <a:pt x="19868" y="19125"/>
                  <a:pt x="20061" y="19052"/>
                </a:cubicBezTo>
                <a:cubicBezTo>
                  <a:pt x="20209" y="18996"/>
                  <a:pt x="20315" y="18938"/>
                  <a:pt x="20339" y="18898"/>
                </a:cubicBezTo>
                <a:cubicBezTo>
                  <a:pt x="20367" y="18851"/>
                  <a:pt x="20387" y="18842"/>
                  <a:pt x="20415" y="18864"/>
                </a:cubicBezTo>
                <a:cubicBezTo>
                  <a:pt x="20443" y="18885"/>
                  <a:pt x="20442" y="18904"/>
                  <a:pt x="20409" y="18934"/>
                </a:cubicBezTo>
                <a:cubicBezTo>
                  <a:pt x="20378" y="18963"/>
                  <a:pt x="20377" y="18976"/>
                  <a:pt x="20405" y="18976"/>
                </a:cubicBezTo>
                <a:cubicBezTo>
                  <a:pt x="20427" y="18976"/>
                  <a:pt x="20453" y="18955"/>
                  <a:pt x="20463" y="18929"/>
                </a:cubicBezTo>
                <a:cubicBezTo>
                  <a:pt x="20473" y="18903"/>
                  <a:pt x="20496" y="18861"/>
                  <a:pt x="20513" y="18836"/>
                </a:cubicBezTo>
                <a:cubicBezTo>
                  <a:pt x="20532" y="18808"/>
                  <a:pt x="20532" y="18784"/>
                  <a:pt x="20510" y="18774"/>
                </a:cubicBezTo>
                <a:cubicBezTo>
                  <a:pt x="20461" y="18750"/>
                  <a:pt x="20507" y="18706"/>
                  <a:pt x="20573" y="18714"/>
                </a:cubicBezTo>
                <a:cubicBezTo>
                  <a:pt x="20605" y="18718"/>
                  <a:pt x="20634" y="18700"/>
                  <a:pt x="20642" y="18672"/>
                </a:cubicBezTo>
                <a:cubicBezTo>
                  <a:pt x="20649" y="18642"/>
                  <a:pt x="20640" y="18628"/>
                  <a:pt x="20620" y="18638"/>
                </a:cubicBezTo>
                <a:cubicBezTo>
                  <a:pt x="20567" y="18663"/>
                  <a:pt x="20532" y="18601"/>
                  <a:pt x="20578" y="18566"/>
                </a:cubicBezTo>
                <a:cubicBezTo>
                  <a:pt x="20599" y="18549"/>
                  <a:pt x="20643" y="18535"/>
                  <a:pt x="20675" y="18535"/>
                </a:cubicBezTo>
                <a:cubicBezTo>
                  <a:pt x="20707" y="18535"/>
                  <a:pt x="20734" y="18518"/>
                  <a:pt x="20734" y="18500"/>
                </a:cubicBezTo>
                <a:cubicBezTo>
                  <a:pt x="20734" y="18481"/>
                  <a:pt x="20754" y="18456"/>
                  <a:pt x="20780" y="18443"/>
                </a:cubicBezTo>
                <a:cubicBezTo>
                  <a:pt x="20805" y="18431"/>
                  <a:pt x="20821" y="18416"/>
                  <a:pt x="20814" y="18410"/>
                </a:cubicBezTo>
                <a:cubicBezTo>
                  <a:pt x="20808" y="18404"/>
                  <a:pt x="20834" y="18366"/>
                  <a:pt x="20872" y="18325"/>
                </a:cubicBezTo>
                <a:cubicBezTo>
                  <a:pt x="20920" y="18274"/>
                  <a:pt x="20973" y="18249"/>
                  <a:pt x="21043" y="18248"/>
                </a:cubicBezTo>
                <a:cubicBezTo>
                  <a:pt x="21125" y="18246"/>
                  <a:pt x="21156" y="18227"/>
                  <a:pt x="21202" y="18149"/>
                </a:cubicBezTo>
                <a:cubicBezTo>
                  <a:pt x="21331" y="17930"/>
                  <a:pt x="21308" y="17801"/>
                  <a:pt x="21117" y="17676"/>
                </a:cubicBezTo>
                <a:cubicBezTo>
                  <a:pt x="21003" y="17600"/>
                  <a:pt x="20985" y="17565"/>
                  <a:pt x="21034" y="17513"/>
                </a:cubicBezTo>
                <a:cubicBezTo>
                  <a:pt x="21051" y="17495"/>
                  <a:pt x="21048" y="17475"/>
                  <a:pt x="21026" y="17465"/>
                </a:cubicBezTo>
                <a:cubicBezTo>
                  <a:pt x="21000" y="17452"/>
                  <a:pt x="21011" y="17416"/>
                  <a:pt x="21058" y="17353"/>
                </a:cubicBezTo>
                <a:cubicBezTo>
                  <a:pt x="21097" y="17302"/>
                  <a:pt x="21128" y="17237"/>
                  <a:pt x="21128" y="17207"/>
                </a:cubicBezTo>
                <a:cubicBezTo>
                  <a:pt x="21128" y="17144"/>
                  <a:pt x="21041" y="17004"/>
                  <a:pt x="20956" y="16929"/>
                </a:cubicBezTo>
                <a:cubicBezTo>
                  <a:pt x="20876" y="16859"/>
                  <a:pt x="20922" y="16738"/>
                  <a:pt x="21013" y="16778"/>
                </a:cubicBezTo>
                <a:cubicBezTo>
                  <a:pt x="21095" y="16814"/>
                  <a:pt x="21352" y="16740"/>
                  <a:pt x="21435" y="16657"/>
                </a:cubicBezTo>
                <a:cubicBezTo>
                  <a:pt x="21587" y="16506"/>
                  <a:pt x="21543" y="16284"/>
                  <a:pt x="21338" y="16166"/>
                </a:cubicBezTo>
                <a:lnTo>
                  <a:pt x="21233" y="16105"/>
                </a:lnTo>
                <a:lnTo>
                  <a:pt x="21335" y="16015"/>
                </a:lnTo>
                <a:cubicBezTo>
                  <a:pt x="21524" y="15847"/>
                  <a:pt x="21470" y="15594"/>
                  <a:pt x="21226" y="15497"/>
                </a:cubicBezTo>
                <a:cubicBezTo>
                  <a:pt x="21154" y="15468"/>
                  <a:pt x="21094" y="15451"/>
                  <a:pt x="21094" y="15460"/>
                </a:cubicBezTo>
                <a:cubicBezTo>
                  <a:pt x="21094" y="15468"/>
                  <a:pt x="21078" y="15467"/>
                  <a:pt x="21058" y="15458"/>
                </a:cubicBezTo>
                <a:cubicBezTo>
                  <a:pt x="21033" y="15446"/>
                  <a:pt x="21034" y="15429"/>
                  <a:pt x="21059" y="15405"/>
                </a:cubicBezTo>
                <a:cubicBezTo>
                  <a:pt x="21086" y="15380"/>
                  <a:pt x="21081" y="15367"/>
                  <a:pt x="21041" y="15355"/>
                </a:cubicBezTo>
                <a:cubicBezTo>
                  <a:pt x="20956" y="15329"/>
                  <a:pt x="20987" y="15147"/>
                  <a:pt x="21083" y="15110"/>
                </a:cubicBezTo>
                <a:cubicBezTo>
                  <a:pt x="21136" y="15089"/>
                  <a:pt x="21149" y="15070"/>
                  <a:pt x="21127" y="15042"/>
                </a:cubicBezTo>
                <a:cubicBezTo>
                  <a:pt x="21109" y="15021"/>
                  <a:pt x="21094" y="14963"/>
                  <a:pt x="21094" y="14914"/>
                </a:cubicBezTo>
                <a:cubicBezTo>
                  <a:pt x="21094" y="14839"/>
                  <a:pt x="21085" y="14829"/>
                  <a:pt x="21045" y="14855"/>
                </a:cubicBezTo>
                <a:cubicBezTo>
                  <a:pt x="21008" y="14879"/>
                  <a:pt x="20991" y="14879"/>
                  <a:pt x="20972" y="14855"/>
                </a:cubicBezTo>
                <a:cubicBezTo>
                  <a:pt x="20958" y="14836"/>
                  <a:pt x="20981" y="14802"/>
                  <a:pt x="21029" y="14773"/>
                </a:cubicBezTo>
                <a:cubicBezTo>
                  <a:pt x="21108" y="14726"/>
                  <a:pt x="21107" y="14720"/>
                  <a:pt x="21020" y="14713"/>
                </a:cubicBezTo>
                <a:cubicBezTo>
                  <a:pt x="20998" y="14711"/>
                  <a:pt x="20977" y="14692"/>
                  <a:pt x="20972" y="14669"/>
                </a:cubicBezTo>
                <a:cubicBezTo>
                  <a:pt x="20961" y="14610"/>
                  <a:pt x="20832" y="14428"/>
                  <a:pt x="20812" y="14444"/>
                </a:cubicBezTo>
                <a:cubicBezTo>
                  <a:pt x="20786" y="14464"/>
                  <a:pt x="20716" y="14387"/>
                  <a:pt x="20700" y="14319"/>
                </a:cubicBezTo>
                <a:cubicBezTo>
                  <a:pt x="20691" y="14285"/>
                  <a:pt x="20643" y="14193"/>
                  <a:pt x="20594" y="14114"/>
                </a:cubicBezTo>
                <a:cubicBezTo>
                  <a:pt x="20513" y="13985"/>
                  <a:pt x="20509" y="13967"/>
                  <a:pt x="20557" y="13926"/>
                </a:cubicBezTo>
                <a:cubicBezTo>
                  <a:pt x="20586" y="13901"/>
                  <a:pt x="20626" y="13846"/>
                  <a:pt x="20646" y="13804"/>
                </a:cubicBezTo>
                <a:cubicBezTo>
                  <a:pt x="20677" y="13741"/>
                  <a:pt x="20692" y="13734"/>
                  <a:pt x="20734" y="13761"/>
                </a:cubicBezTo>
                <a:cubicBezTo>
                  <a:pt x="20809" y="13810"/>
                  <a:pt x="20796" y="13769"/>
                  <a:pt x="20717" y="13707"/>
                </a:cubicBezTo>
                <a:cubicBezTo>
                  <a:pt x="20679" y="13677"/>
                  <a:pt x="20649" y="13631"/>
                  <a:pt x="20649" y="13603"/>
                </a:cubicBezTo>
                <a:cubicBezTo>
                  <a:pt x="20649" y="13540"/>
                  <a:pt x="20506" y="13420"/>
                  <a:pt x="20390" y="13385"/>
                </a:cubicBezTo>
                <a:cubicBezTo>
                  <a:pt x="20340" y="13370"/>
                  <a:pt x="20291" y="13335"/>
                  <a:pt x="20282" y="13307"/>
                </a:cubicBezTo>
                <a:cubicBezTo>
                  <a:pt x="20271" y="13274"/>
                  <a:pt x="20241" y="13259"/>
                  <a:pt x="20199" y="13266"/>
                </a:cubicBezTo>
                <a:cubicBezTo>
                  <a:pt x="20159" y="13272"/>
                  <a:pt x="20120" y="13253"/>
                  <a:pt x="20095" y="13217"/>
                </a:cubicBezTo>
                <a:cubicBezTo>
                  <a:pt x="20073" y="13184"/>
                  <a:pt x="19975" y="13081"/>
                  <a:pt x="19878" y="12985"/>
                </a:cubicBezTo>
                <a:cubicBezTo>
                  <a:pt x="19781" y="12889"/>
                  <a:pt x="19626" y="12727"/>
                  <a:pt x="19533" y="12624"/>
                </a:cubicBezTo>
                <a:cubicBezTo>
                  <a:pt x="19441" y="12521"/>
                  <a:pt x="19293" y="12368"/>
                  <a:pt x="19205" y="12284"/>
                </a:cubicBezTo>
                <a:cubicBezTo>
                  <a:pt x="18895" y="11991"/>
                  <a:pt x="18960" y="11740"/>
                  <a:pt x="19342" y="11758"/>
                </a:cubicBezTo>
                <a:cubicBezTo>
                  <a:pt x="19439" y="11763"/>
                  <a:pt x="19500" y="11754"/>
                  <a:pt x="19509" y="11733"/>
                </a:cubicBezTo>
                <a:cubicBezTo>
                  <a:pt x="19528" y="11689"/>
                  <a:pt x="19395" y="11525"/>
                  <a:pt x="19222" y="11380"/>
                </a:cubicBezTo>
                <a:cubicBezTo>
                  <a:pt x="19143" y="11314"/>
                  <a:pt x="19079" y="11248"/>
                  <a:pt x="19080" y="11234"/>
                </a:cubicBezTo>
                <a:cubicBezTo>
                  <a:pt x="19080" y="11219"/>
                  <a:pt x="19036" y="11186"/>
                  <a:pt x="18982" y="11160"/>
                </a:cubicBezTo>
                <a:cubicBezTo>
                  <a:pt x="18928" y="11135"/>
                  <a:pt x="18858" y="11102"/>
                  <a:pt x="18827" y="11087"/>
                </a:cubicBezTo>
                <a:cubicBezTo>
                  <a:pt x="18784" y="11067"/>
                  <a:pt x="18765" y="11070"/>
                  <a:pt x="18750" y="11101"/>
                </a:cubicBezTo>
                <a:cubicBezTo>
                  <a:pt x="18736" y="11130"/>
                  <a:pt x="18705" y="11138"/>
                  <a:pt x="18653" y="11127"/>
                </a:cubicBezTo>
                <a:cubicBezTo>
                  <a:pt x="18588" y="11113"/>
                  <a:pt x="18593" y="11123"/>
                  <a:pt x="18689" y="11188"/>
                </a:cubicBezTo>
                <a:cubicBezTo>
                  <a:pt x="18795" y="11261"/>
                  <a:pt x="18801" y="11276"/>
                  <a:pt x="18793" y="11421"/>
                </a:cubicBezTo>
                <a:cubicBezTo>
                  <a:pt x="18786" y="11548"/>
                  <a:pt x="18768" y="11592"/>
                  <a:pt x="18690" y="11662"/>
                </a:cubicBezTo>
                <a:cubicBezTo>
                  <a:pt x="18602" y="11740"/>
                  <a:pt x="18577" y="11747"/>
                  <a:pt x="18398" y="11744"/>
                </a:cubicBezTo>
                <a:cubicBezTo>
                  <a:pt x="18276" y="11742"/>
                  <a:pt x="18199" y="11728"/>
                  <a:pt x="18190" y="11707"/>
                </a:cubicBezTo>
                <a:cubicBezTo>
                  <a:pt x="18182" y="11689"/>
                  <a:pt x="18154" y="11674"/>
                  <a:pt x="18128" y="11674"/>
                </a:cubicBezTo>
                <a:cubicBezTo>
                  <a:pt x="18073" y="11674"/>
                  <a:pt x="17716" y="11357"/>
                  <a:pt x="17544" y="11156"/>
                </a:cubicBezTo>
                <a:cubicBezTo>
                  <a:pt x="17471" y="11069"/>
                  <a:pt x="17407" y="10949"/>
                  <a:pt x="17378" y="10843"/>
                </a:cubicBezTo>
                <a:cubicBezTo>
                  <a:pt x="17334" y="10678"/>
                  <a:pt x="17335" y="10670"/>
                  <a:pt x="17405" y="10622"/>
                </a:cubicBezTo>
                <a:cubicBezTo>
                  <a:pt x="17445" y="10595"/>
                  <a:pt x="17460" y="10580"/>
                  <a:pt x="17438" y="10589"/>
                </a:cubicBezTo>
                <a:cubicBezTo>
                  <a:pt x="17415" y="10598"/>
                  <a:pt x="17387" y="10593"/>
                  <a:pt x="17375" y="10578"/>
                </a:cubicBezTo>
                <a:cubicBezTo>
                  <a:pt x="17363" y="10563"/>
                  <a:pt x="17341" y="10556"/>
                  <a:pt x="17326" y="10564"/>
                </a:cubicBezTo>
                <a:cubicBezTo>
                  <a:pt x="17276" y="10588"/>
                  <a:pt x="17170" y="10465"/>
                  <a:pt x="17170" y="10382"/>
                </a:cubicBezTo>
                <a:lnTo>
                  <a:pt x="17170" y="10300"/>
                </a:lnTo>
                <a:lnTo>
                  <a:pt x="16912" y="10293"/>
                </a:lnTo>
                <a:lnTo>
                  <a:pt x="16655" y="10285"/>
                </a:lnTo>
                <a:lnTo>
                  <a:pt x="16440" y="10104"/>
                </a:lnTo>
                <a:cubicBezTo>
                  <a:pt x="16252" y="9946"/>
                  <a:pt x="16227" y="9912"/>
                  <a:pt x="16244" y="9843"/>
                </a:cubicBezTo>
                <a:cubicBezTo>
                  <a:pt x="16258" y="9781"/>
                  <a:pt x="16253" y="9771"/>
                  <a:pt x="16221" y="9796"/>
                </a:cubicBezTo>
                <a:cubicBezTo>
                  <a:pt x="16190" y="9820"/>
                  <a:pt x="16138" y="9796"/>
                  <a:pt x="15991" y="9688"/>
                </a:cubicBezTo>
                <a:cubicBezTo>
                  <a:pt x="15886" y="9611"/>
                  <a:pt x="15798" y="9534"/>
                  <a:pt x="15794" y="9518"/>
                </a:cubicBezTo>
                <a:cubicBezTo>
                  <a:pt x="15784" y="9462"/>
                  <a:pt x="15525" y="9279"/>
                  <a:pt x="15470" y="9288"/>
                </a:cubicBezTo>
                <a:cubicBezTo>
                  <a:pt x="15435" y="9293"/>
                  <a:pt x="15316" y="9200"/>
                  <a:pt x="15146" y="9034"/>
                </a:cubicBezTo>
                <a:cubicBezTo>
                  <a:pt x="14998" y="8890"/>
                  <a:pt x="14722" y="8640"/>
                  <a:pt x="14531" y="8478"/>
                </a:cubicBezTo>
                <a:cubicBezTo>
                  <a:pt x="14099" y="8112"/>
                  <a:pt x="13121" y="7133"/>
                  <a:pt x="13136" y="7081"/>
                </a:cubicBezTo>
                <a:cubicBezTo>
                  <a:pt x="13142" y="7059"/>
                  <a:pt x="13132" y="7049"/>
                  <a:pt x="13114" y="7057"/>
                </a:cubicBezTo>
                <a:cubicBezTo>
                  <a:pt x="13073" y="7077"/>
                  <a:pt x="12989" y="7001"/>
                  <a:pt x="12989" y="6943"/>
                </a:cubicBezTo>
                <a:cubicBezTo>
                  <a:pt x="12988" y="6919"/>
                  <a:pt x="12968" y="6903"/>
                  <a:pt x="12944" y="6907"/>
                </a:cubicBezTo>
                <a:cubicBezTo>
                  <a:pt x="12920" y="6911"/>
                  <a:pt x="12885" y="6881"/>
                  <a:pt x="12866" y="6842"/>
                </a:cubicBezTo>
                <a:cubicBezTo>
                  <a:pt x="12846" y="6802"/>
                  <a:pt x="12803" y="6754"/>
                  <a:pt x="12768" y="6735"/>
                </a:cubicBezTo>
                <a:cubicBezTo>
                  <a:pt x="12733" y="6716"/>
                  <a:pt x="12695" y="6669"/>
                  <a:pt x="12682" y="6631"/>
                </a:cubicBezTo>
                <a:cubicBezTo>
                  <a:pt x="12670" y="6592"/>
                  <a:pt x="12616" y="6532"/>
                  <a:pt x="12563" y="6497"/>
                </a:cubicBezTo>
                <a:cubicBezTo>
                  <a:pt x="12506" y="6459"/>
                  <a:pt x="12454" y="6391"/>
                  <a:pt x="12437" y="6332"/>
                </a:cubicBezTo>
                <a:cubicBezTo>
                  <a:pt x="12399" y="6193"/>
                  <a:pt x="12400" y="6178"/>
                  <a:pt x="12449" y="6178"/>
                </a:cubicBezTo>
                <a:cubicBezTo>
                  <a:pt x="12504" y="6178"/>
                  <a:pt x="12504" y="6167"/>
                  <a:pt x="12459" y="6076"/>
                </a:cubicBezTo>
                <a:cubicBezTo>
                  <a:pt x="12439" y="6034"/>
                  <a:pt x="12422" y="5977"/>
                  <a:pt x="12422" y="5948"/>
                </a:cubicBezTo>
                <a:cubicBezTo>
                  <a:pt x="12422" y="5919"/>
                  <a:pt x="12401" y="5862"/>
                  <a:pt x="12376" y="5822"/>
                </a:cubicBezTo>
                <a:cubicBezTo>
                  <a:pt x="12350" y="5782"/>
                  <a:pt x="12062" y="5080"/>
                  <a:pt x="11735" y="4260"/>
                </a:cubicBezTo>
                <a:cubicBezTo>
                  <a:pt x="11282" y="3124"/>
                  <a:pt x="11131" y="2776"/>
                  <a:pt x="11099" y="2797"/>
                </a:cubicBezTo>
                <a:cubicBezTo>
                  <a:pt x="11071" y="2815"/>
                  <a:pt x="11051" y="2815"/>
                  <a:pt x="11036" y="2796"/>
                </a:cubicBezTo>
                <a:cubicBezTo>
                  <a:pt x="11007" y="2760"/>
                  <a:pt x="11047" y="2709"/>
                  <a:pt x="11089" y="2729"/>
                </a:cubicBezTo>
                <a:cubicBezTo>
                  <a:pt x="11106" y="2737"/>
                  <a:pt x="11120" y="2732"/>
                  <a:pt x="11120" y="2715"/>
                </a:cubicBezTo>
                <a:cubicBezTo>
                  <a:pt x="11120" y="2699"/>
                  <a:pt x="11101" y="2689"/>
                  <a:pt x="11077" y="2694"/>
                </a:cubicBezTo>
                <a:cubicBezTo>
                  <a:pt x="11054" y="2698"/>
                  <a:pt x="11034" y="2689"/>
                  <a:pt x="11034" y="2675"/>
                </a:cubicBezTo>
                <a:cubicBezTo>
                  <a:pt x="11034" y="2660"/>
                  <a:pt x="11048" y="2651"/>
                  <a:pt x="11063" y="2656"/>
                </a:cubicBezTo>
                <a:cubicBezTo>
                  <a:pt x="11079" y="2660"/>
                  <a:pt x="11085" y="2647"/>
                  <a:pt x="11077" y="2628"/>
                </a:cubicBezTo>
                <a:cubicBezTo>
                  <a:pt x="11069" y="2610"/>
                  <a:pt x="11045" y="2594"/>
                  <a:pt x="11023" y="2594"/>
                </a:cubicBezTo>
                <a:cubicBezTo>
                  <a:pt x="11001" y="2594"/>
                  <a:pt x="10987" y="2582"/>
                  <a:pt x="10991" y="2568"/>
                </a:cubicBezTo>
                <a:cubicBezTo>
                  <a:pt x="10996" y="2553"/>
                  <a:pt x="11014" y="2545"/>
                  <a:pt x="11030" y="2549"/>
                </a:cubicBezTo>
                <a:cubicBezTo>
                  <a:pt x="11046" y="2553"/>
                  <a:pt x="11051" y="2540"/>
                  <a:pt x="11043" y="2522"/>
                </a:cubicBezTo>
                <a:cubicBezTo>
                  <a:pt x="11034" y="2503"/>
                  <a:pt x="10982" y="2377"/>
                  <a:pt x="10928" y="2241"/>
                </a:cubicBezTo>
                <a:cubicBezTo>
                  <a:pt x="10873" y="2105"/>
                  <a:pt x="10814" y="1997"/>
                  <a:pt x="10794" y="2000"/>
                </a:cubicBezTo>
                <a:cubicBezTo>
                  <a:pt x="10775" y="2003"/>
                  <a:pt x="10759" y="1994"/>
                  <a:pt x="10759" y="1979"/>
                </a:cubicBezTo>
                <a:cubicBezTo>
                  <a:pt x="10760" y="1964"/>
                  <a:pt x="10774" y="1956"/>
                  <a:pt x="10790" y="1960"/>
                </a:cubicBezTo>
                <a:cubicBezTo>
                  <a:pt x="10805" y="1964"/>
                  <a:pt x="10812" y="1952"/>
                  <a:pt x="10803" y="1933"/>
                </a:cubicBezTo>
                <a:cubicBezTo>
                  <a:pt x="10795" y="1914"/>
                  <a:pt x="10771" y="1899"/>
                  <a:pt x="10749" y="1899"/>
                </a:cubicBezTo>
                <a:cubicBezTo>
                  <a:pt x="10727" y="1899"/>
                  <a:pt x="10713" y="1887"/>
                  <a:pt x="10718" y="1872"/>
                </a:cubicBezTo>
                <a:cubicBezTo>
                  <a:pt x="10722" y="1858"/>
                  <a:pt x="10737" y="1848"/>
                  <a:pt x="10750" y="1851"/>
                </a:cubicBezTo>
                <a:cubicBezTo>
                  <a:pt x="10764" y="1855"/>
                  <a:pt x="10766" y="1840"/>
                  <a:pt x="10756" y="1819"/>
                </a:cubicBezTo>
                <a:cubicBezTo>
                  <a:pt x="10745" y="1797"/>
                  <a:pt x="10726" y="1781"/>
                  <a:pt x="10714" y="1783"/>
                </a:cubicBezTo>
                <a:cubicBezTo>
                  <a:pt x="10648" y="1789"/>
                  <a:pt x="10637" y="1774"/>
                  <a:pt x="10679" y="1734"/>
                </a:cubicBezTo>
                <a:cubicBezTo>
                  <a:pt x="10706" y="1708"/>
                  <a:pt x="10709" y="1696"/>
                  <a:pt x="10686" y="1707"/>
                </a:cubicBezTo>
                <a:cubicBezTo>
                  <a:pt x="10664" y="1717"/>
                  <a:pt x="10636" y="1714"/>
                  <a:pt x="10625" y="1700"/>
                </a:cubicBezTo>
                <a:cubicBezTo>
                  <a:pt x="10614" y="1686"/>
                  <a:pt x="10621" y="1668"/>
                  <a:pt x="10640" y="1659"/>
                </a:cubicBezTo>
                <a:cubicBezTo>
                  <a:pt x="10680" y="1639"/>
                  <a:pt x="10687" y="1590"/>
                  <a:pt x="10649" y="1594"/>
                </a:cubicBezTo>
                <a:cubicBezTo>
                  <a:pt x="10584" y="1602"/>
                  <a:pt x="10566" y="1588"/>
                  <a:pt x="10600" y="1556"/>
                </a:cubicBezTo>
                <a:cubicBezTo>
                  <a:pt x="10628" y="1530"/>
                  <a:pt x="10598" y="1423"/>
                  <a:pt x="10483" y="1142"/>
                </a:cubicBezTo>
                <a:cubicBezTo>
                  <a:pt x="10398" y="932"/>
                  <a:pt x="10338" y="750"/>
                  <a:pt x="10349" y="737"/>
                </a:cubicBezTo>
                <a:cubicBezTo>
                  <a:pt x="10359" y="723"/>
                  <a:pt x="10351" y="704"/>
                  <a:pt x="10330" y="694"/>
                </a:cubicBezTo>
                <a:cubicBezTo>
                  <a:pt x="10306" y="683"/>
                  <a:pt x="10338" y="646"/>
                  <a:pt x="10412" y="598"/>
                </a:cubicBezTo>
                <a:cubicBezTo>
                  <a:pt x="10702" y="412"/>
                  <a:pt x="10635" y="84"/>
                  <a:pt x="10294" y="12"/>
                </a:cubicBezTo>
                <a:cubicBezTo>
                  <a:pt x="10249" y="3"/>
                  <a:pt x="10204" y="-1"/>
                  <a:pt x="10162" y="0"/>
                </a:cubicBezTo>
                <a:close/>
                <a:moveTo>
                  <a:pt x="9793" y="1548"/>
                </a:moveTo>
                <a:cubicBezTo>
                  <a:pt x="9789" y="1551"/>
                  <a:pt x="9788" y="1560"/>
                  <a:pt x="9787" y="1575"/>
                </a:cubicBezTo>
                <a:cubicBezTo>
                  <a:pt x="9785" y="1603"/>
                  <a:pt x="9793" y="1619"/>
                  <a:pt x="9804" y="1611"/>
                </a:cubicBezTo>
                <a:cubicBezTo>
                  <a:pt x="9816" y="1602"/>
                  <a:pt x="9817" y="1579"/>
                  <a:pt x="9807" y="1560"/>
                </a:cubicBezTo>
                <a:cubicBezTo>
                  <a:pt x="9801" y="1549"/>
                  <a:pt x="9796" y="1545"/>
                  <a:pt x="9793" y="1548"/>
                </a:cubicBezTo>
                <a:close/>
                <a:moveTo>
                  <a:pt x="9759" y="1682"/>
                </a:moveTo>
                <a:cubicBezTo>
                  <a:pt x="9755" y="1685"/>
                  <a:pt x="9753" y="1694"/>
                  <a:pt x="9752" y="1709"/>
                </a:cubicBezTo>
                <a:cubicBezTo>
                  <a:pt x="9751" y="1737"/>
                  <a:pt x="9758" y="1753"/>
                  <a:pt x="9770" y="1745"/>
                </a:cubicBezTo>
                <a:cubicBezTo>
                  <a:pt x="9781" y="1736"/>
                  <a:pt x="9783" y="1712"/>
                  <a:pt x="9773" y="1693"/>
                </a:cubicBezTo>
                <a:cubicBezTo>
                  <a:pt x="9768" y="1682"/>
                  <a:pt x="9763" y="1679"/>
                  <a:pt x="9759" y="1682"/>
                </a:cubicBezTo>
                <a:close/>
                <a:moveTo>
                  <a:pt x="11085" y="2835"/>
                </a:moveTo>
                <a:cubicBezTo>
                  <a:pt x="11121" y="2818"/>
                  <a:pt x="11178" y="2909"/>
                  <a:pt x="11197" y="3014"/>
                </a:cubicBezTo>
                <a:cubicBezTo>
                  <a:pt x="11203" y="3048"/>
                  <a:pt x="11219" y="3090"/>
                  <a:pt x="11233" y="3107"/>
                </a:cubicBezTo>
                <a:cubicBezTo>
                  <a:pt x="11247" y="3125"/>
                  <a:pt x="11243" y="3146"/>
                  <a:pt x="11224" y="3155"/>
                </a:cubicBezTo>
                <a:cubicBezTo>
                  <a:pt x="11204" y="3165"/>
                  <a:pt x="11186" y="3165"/>
                  <a:pt x="11184" y="3157"/>
                </a:cubicBezTo>
                <a:cubicBezTo>
                  <a:pt x="11182" y="3149"/>
                  <a:pt x="11178" y="3134"/>
                  <a:pt x="11175" y="3123"/>
                </a:cubicBezTo>
                <a:cubicBezTo>
                  <a:pt x="11172" y="3112"/>
                  <a:pt x="11152" y="3078"/>
                  <a:pt x="11132" y="3049"/>
                </a:cubicBezTo>
                <a:cubicBezTo>
                  <a:pt x="11072" y="2962"/>
                  <a:pt x="11048" y="2853"/>
                  <a:pt x="11085" y="2835"/>
                </a:cubicBezTo>
                <a:close/>
                <a:moveTo>
                  <a:pt x="10194" y="6145"/>
                </a:moveTo>
                <a:cubicBezTo>
                  <a:pt x="10221" y="6144"/>
                  <a:pt x="10237" y="6147"/>
                  <a:pt x="10251" y="6152"/>
                </a:cubicBezTo>
                <a:cubicBezTo>
                  <a:pt x="10286" y="6164"/>
                  <a:pt x="10328" y="6171"/>
                  <a:pt x="10344" y="6168"/>
                </a:cubicBezTo>
                <a:cubicBezTo>
                  <a:pt x="10360" y="6165"/>
                  <a:pt x="10380" y="6187"/>
                  <a:pt x="10390" y="6217"/>
                </a:cubicBezTo>
                <a:cubicBezTo>
                  <a:pt x="10400" y="6247"/>
                  <a:pt x="10421" y="6271"/>
                  <a:pt x="10437" y="6271"/>
                </a:cubicBezTo>
                <a:cubicBezTo>
                  <a:pt x="10452" y="6271"/>
                  <a:pt x="10581" y="6356"/>
                  <a:pt x="10723" y="6459"/>
                </a:cubicBezTo>
                <a:cubicBezTo>
                  <a:pt x="10866" y="6562"/>
                  <a:pt x="10997" y="6646"/>
                  <a:pt x="11016" y="6646"/>
                </a:cubicBezTo>
                <a:cubicBezTo>
                  <a:pt x="11034" y="6646"/>
                  <a:pt x="11121" y="6701"/>
                  <a:pt x="11207" y="6768"/>
                </a:cubicBezTo>
                <a:cubicBezTo>
                  <a:pt x="11323" y="6859"/>
                  <a:pt x="11354" y="6900"/>
                  <a:pt x="11328" y="6924"/>
                </a:cubicBezTo>
                <a:cubicBezTo>
                  <a:pt x="11303" y="6948"/>
                  <a:pt x="11308" y="6973"/>
                  <a:pt x="11343" y="7009"/>
                </a:cubicBezTo>
                <a:cubicBezTo>
                  <a:pt x="11375" y="7042"/>
                  <a:pt x="11385" y="7092"/>
                  <a:pt x="11372" y="7148"/>
                </a:cubicBezTo>
                <a:cubicBezTo>
                  <a:pt x="11361" y="7198"/>
                  <a:pt x="11369" y="7251"/>
                  <a:pt x="11392" y="7273"/>
                </a:cubicBezTo>
                <a:cubicBezTo>
                  <a:pt x="11418" y="7297"/>
                  <a:pt x="11420" y="7315"/>
                  <a:pt x="11398" y="7326"/>
                </a:cubicBezTo>
                <a:cubicBezTo>
                  <a:pt x="11379" y="7335"/>
                  <a:pt x="11372" y="7361"/>
                  <a:pt x="11383" y="7383"/>
                </a:cubicBezTo>
                <a:cubicBezTo>
                  <a:pt x="11415" y="7450"/>
                  <a:pt x="11321" y="7663"/>
                  <a:pt x="11240" y="7705"/>
                </a:cubicBezTo>
                <a:cubicBezTo>
                  <a:pt x="11194" y="7728"/>
                  <a:pt x="11101" y="7741"/>
                  <a:pt x="11005" y="7736"/>
                </a:cubicBezTo>
                <a:cubicBezTo>
                  <a:pt x="10852" y="7729"/>
                  <a:pt x="10835" y="7724"/>
                  <a:pt x="10842" y="7684"/>
                </a:cubicBezTo>
                <a:cubicBezTo>
                  <a:pt x="10844" y="7674"/>
                  <a:pt x="10815" y="7658"/>
                  <a:pt x="10778" y="7649"/>
                </a:cubicBezTo>
                <a:cubicBezTo>
                  <a:pt x="10741" y="7639"/>
                  <a:pt x="10679" y="7597"/>
                  <a:pt x="10640" y="7554"/>
                </a:cubicBezTo>
                <a:cubicBezTo>
                  <a:pt x="10601" y="7511"/>
                  <a:pt x="10550" y="7479"/>
                  <a:pt x="10527" y="7482"/>
                </a:cubicBezTo>
                <a:cubicBezTo>
                  <a:pt x="10505" y="7485"/>
                  <a:pt x="10490" y="7474"/>
                  <a:pt x="10495" y="7455"/>
                </a:cubicBezTo>
                <a:cubicBezTo>
                  <a:pt x="10500" y="7436"/>
                  <a:pt x="10465" y="7409"/>
                  <a:pt x="10418" y="7395"/>
                </a:cubicBezTo>
                <a:cubicBezTo>
                  <a:pt x="10367" y="7380"/>
                  <a:pt x="10340" y="7356"/>
                  <a:pt x="10351" y="7333"/>
                </a:cubicBezTo>
                <a:cubicBezTo>
                  <a:pt x="10368" y="7298"/>
                  <a:pt x="10319" y="7249"/>
                  <a:pt x="10246" y="7230"/>
                </a:cubicBezTo>
                <a:cubicBezTo>
                  <a:pt x="10228" y="7225"/>
                  <a:pt x="10211" y="7209"/>
                  <a:pt x="10209" y="7194"/>
                </a:cubicBezTo>
                <a:cubicBezTo>
                  <a:pt x="10202" y="7137"/>
                  <a:pt x="10152" y="7075"/>
                  <a:pt x="10125" y="7088"/>
                </a:cubicBezTo>
                <a:cubicBezTo>
                  <a:pt x="10109" y="7096"/>
                  <a:pt x="10080" y="7081"/>
                  <a:pt x="10061" y="7055"/>
                </a:cubicBezTo>
                <a:cubicBezTo>
                  <a:pt x="10041" y="7029"/>
                  <a:pt x="10025" y="7020"/>
                  <a:pt x="10025" y="7036"/>
                </a:cubicBezTo>
                <a:cubicBezTo>
                  <a:pt x="10024" y="7051"/>
                  <a:pt x="10041" y="7077"/>
                  <a:pt x="10063" y="7094"/>
                </a:cubicBezTo>
                <a:cubicBezTo>
                  <a:pt x="10109" y="7131"/>
                  <a:pt x="10103" y="7133"/>
                  <a:pt x="9811" y="7180"/>
                </a:cubicBezTo>
                <a:cubicBezTo>
                  <a:pt x="9366" y="7251"/>
                  <a:pt x="8932" y="7096"/>
                  <a:pt x="8928" y="6865"/>
                </a:cubicBezTo>
                <a:cubicBezTo>
                  <a:pt x="8926" y="6746"/>
                  <a:pt x="8970" y="6690"/>
                  <a:pt x="9116" y="6623"/>
                </a:cubicBezTo>
                <a:cubicBezTo>
                  <a:pt x="9203" y="6583"/>
                  <a:pt x="9263" y="6523"/>
                  <a:pt x="9322" y="6420"/>
                </a:cubicBezTo>
                <a:cubicBezTo>
                  <a:pt x="9394" y="6291"/>
                  <a:pt x="9420" y="6272"/>
                  <a:pt x="9534" y="6250"/>
                </a:cubicBezTo>
                <a:cubicBezTo>
                  <a:pt x="9952" y="6173"/>
                  <a:pt x="10115" y="6145"/>
                  <a:pt x="10194" y="6145"/>
                </a:cubicBezTo>
                <a:close/>
                <a:moveTo>
                  <a:pt x="13425" y="6432"/>
                </a:moveTo>
                <a:cubicBezTo>
                  <a:pt x="13374" y="6433"/>
                  <a:pt x="13373" y="6437"/>
                  <a:pt x="13417" y="6459"/>
                </a:cubicBezTo>
                <a:cubicBezTo>
                  <a:pt x="13481" y="6491"/>
                  <a:pt x="13485" y="6491"/>
                  <a:pt x="13485" y="6459"/>
                </a:cubicBezTo>
                <a:cubicBezTo>
                  <a:pt x="13485" y="6444"/>
                  <a:pt x="13458" y="6432"/>
                  <a:pt x="13425" y="6432"/>
                </a:cubicBezTo>
                <a:close/>
                <a:moveTo>
                  <a:pt x="13738" y="6526"/>
                </a:moveTo>
                <a:cubicBezTo>
                  <a:pt x="13717" y="6523"/>
                  <a:pt x="13701" y="6524"/>
                  <a:pt x="13695" y="6530"/>
                </a:cubicBezTo>
                <a:cubicBezTo>
                  <a:pt x="13683" y="6543"/>
                  <a:pt x="13678" y="6550"/>
                  <a:pt x="13686" y="6547"/>
                </a:cubicBezTo>
                <a:cubicBezTo>
                  <a:pt x="13693" y="6543"/>
                  <a:pt x="13731" y="6558"/>
                  <a:pt x="13770" y="6579"/>
                </a:cubicBezTo>
                <a:cubicBezTo>
                  <a:pt x="13808" y="6600"/>
                  <a:pt x="13854" y="6610"/>
                  <a:pt x="13873" y="6601"/>
                </a:cubicBezTo>
                <a:cubicBezTo>
                  <a:pt x="13891" y="6592"/>
                  <a:pt x="13864" y="6567"/>
                  <a:pt x="13812" y="6546"/>
                </a:cubicBezTo>
                <a:cubicBezTo>
                  <a:pt x="13787" y="6535"/>
                  <a:pt x="13759" y="6529"/>
                  <a:pt x="13738" y="6526"/>
                </a:cubicBezTo>
                <a:close/>
                <a:moveTo>
                  <a:pt x="14049" y="6621"/>
                </a:moveTo>
                <a:cubicBezTo>
                  <a:pt x="14036" y="6623"/>
                  <a:pt x="14042" y="6635"/>
                  <a:pt x="14067" y="6658"/>
                </a:cubicBezTo>
                <a:cubicBezTo>
                  <a:pt x="14135" y="6722"/>
                  <a:pt x="14054" y="6805"/>
                  <a:pt x="13939" y="6790"/>
                </a:cubicBezTo>
                <a:cubicBezTo>
                  <a:pt x="13847" y="6778"/>
                  <a:pt x="13848" y="6780"/>
                  <a:pt x="13961" y="6835"/>
                </a:cubicBezTo>
                <a:cubicBezTo>
                  <a:pt x="14025" y="6866"/>
                  <a:pt x="14108" y="6892"/>
                  <a:pt x="14144" y="6894"/>
                </a:cubicBezTo>
                <a:cubicBezTo>
                  <a:pt x="14181" y="6896"/>
                  <a:pt x="14250" y="6927"/>
                  <a:pt x="14299" y="6962"/>
                </a:cubicBezTo>
                <a:cubicBezTo>
                  <a:pt x="14370" y="7014"/>
                  <a:pt x="14401" y="7021"/>
                  <a:pt x="14463" y="6998"/>
                </a:cubicBezTo>
                <a:cubicBezTo>
                  <a:pt x="14544" y="6970"/>
                  <a:pt x="14617" y="7000"/>
                  <a:pt x="14617" y="7063"/>
                </a:cubicBezTo>
                <a:cubicBezTo>
                  <a:pt x="14617" y="7092"/>
                  <a:pt x="14695" y="7133"/>
                  <a:pt x="14763" y="7139"/>
                </a:cubicBezTo>
                <a:cubicBezTo>
                  <a:pt x="14778" y="7140"/>
                  <a:pt x="14804" y="7159"/>
                  <a:pt x="14822" y="7181"/>
                </a:cubicBezTo>
                <a:cubicBezTo>
                  <a:pt x="14840" y="7203"/>
                  <a:pt x="14856" y="7209"/>
                  <a:pt x="14857" y="7194"/>
                </a:cubicBezTo>
                <a:cubicBezTo>
                  <a:pt x="14858" y="7179"/>
                  <a:pt x="14877" y="7186"/>
                  <a:pt x="14900" y="7209"/>
                </a:cubicBezTo>
                <a:cubicBezTo>
                  <a:pt x="14960" y="7270"/>
                  <a:pt x="15075" y="7300"/>
                  <a:pt x="15049" y="7249"/>
                </a:cubicBezTo>
                <a:cubicBezTo>
                  <a:pt x="15005" y="7159"/>
                  <a:pt x="15101" y="7187"/>
                  <a:pt x="15183" y="7289"/>
                </a:cubicBezTo>
                <a:cubicBezTo>
                  <a:pt x="15232" y="7350"/>
                  <a:pt x="15321" y="7415"/>
                  <a:pt x="15381" y="7436"/>
                </a:cubicBezTo>
                <a:cubicBezTo>
                  <a:pt x="15521" y="7483"/>
                  <a:pt x="15586" y="7484"/>
                  <a:pt x="15723" y="7439"/>
                </a:cubicBezTo>
                <a:cubicBezTo>
                  <a:pt x="15955" y="7362"/>
                  <a:pt x="16044" y="7177"/>
                  <a:pt x="15941" y="6985"/>
                </a:cubicBezTo>
                <a:cubicBezTo>
                  <a:pt x="15835" y="6787"/>
                  <a:pt x="15467" y="6749"/>
                  <a:pt x="15249" y="6914"/>
                </a:cubicBezTo>
                <a:cubicBezTo>
                  <a:pt x="15187" y="6961"/>
                  <a:pt x="15121" y="6992"/>
                  <a:pt x="15102" y="6983"/>
                </a:cubicBezTo>
                <a:cubicBezTo>
                  <a:pt x="15083" y="6974"/>
                  <a:pt x="15057" y="6978"/>
                  <a:pt x="15045" y="6993"/>
                </a:cubicBezTo>
                <a:cubicBezTo>
                  <a:pt x="15030" y="7011"/>
                  <a:pt x="14998" y="7010"/>
                  <a:pt x="14949" y="6989"/>
                </a:cubicBezTo>
                <a:cubicBezTo>
                  <a:pt x="14907" y="6972"/>
                  <a:pt x="14839" y="6954"/>
                  <a:pt x="14798" y="6950"/>
                </a:cubicBezTo>
                <a:cubicBezTo>
                  <a:pt x="14667" y="6939"/>
                  <a:pt x="14530" y="6874"/>
                  <a:pt x="14540" y="6827"/>
                </a:cubicBezTo>
                <a:cubicBezTo>
                  <a:pt x="14550" y="6783"/>
                  <a:pt x="14456" y="6745"/>
                  <a:pt x="14372" y="6758"/>
                </a:cubicBezTo>
                <a:cubicBezTo>
                  <a:pt x="14346" y="6763"/>
                  <a:pt x="14330" y="6749"/>
                  <a:pt x="14336" y="6729"/>
                </a:cubicBezTo>
                <a:cubicBezTo>
                  <a:pt x="14344" y="6698"/>
                  <a:pt x="14336" y="6697"/>
                  <a:pt x="14294" y="6724"/>
                </a:cubicBezTo>
                <a:cubicBezTo>
                  <a:pt x="14240" y="6759"/>
                  <a:pt x="14156" y="6739"/>
                  <a:pt x="14188" y="6699"/>
                </a:cubicBezTo>
                <a:cubicBezTo>
                  <a:pt x="14199" y="6686"/>
                  <a:pt x="14177" y="6663"/>
                  <a:pt x="14140" y="6647"/>
                </a:cubicBezTo>
                <a:cubicBezTo>
                  <a:pt x="14093" y="6628"/>
                  <a:pt x="14062" y="6619"/>
                  <a:pt x="14049" y="6621"/>
                </a:cubicBezTo>
                <a:close/>
                <a:moveTo>
                  <a:pt x="13630" y="6660"/>
                </a:moveTo>
                <a:cubicBezTo>
                  <a:pt x="13621" y="6665"/>
                  <a:pt x="13623" y="6678"/>
                  <a:pt x="13638" y="6698"/>
                </a:cubicBezTo>
                <a:cubicBezTo>
                  <a:pt x="13651" y="6714"/>
                  <a:pt x="13677" y="6719"/>
                  <a:pt x="13696" y="6710"/>
                </a:cubicBezTo>
                <a:cubicBezTo>
                  <a:pt x="13719" y="6698"/>
                  <a:pt x="13717" y="6685"/>
                  <a:pt x="13687" y="6671"/>
                </a:cubicBezTo>
                <a:cubicBezTo>
                  <a:pt x="13660" y="6657"/>
                  <a:pt x="13639" y="6655"/>
                  <a:pt x="13630" y="6660"/>
                </a:cubicBezTo>
                <a:close/>
                <a:moveTo>
                  <a:pt x="10152" y="7139"/>
                </a:moveTo>
                <a:cubicBezTo>
                  <a:pt x="10162" y="7141"/>
                  <a:pt x="10170" y="7145"/>
                  <a:pt x="10176" y="7152"/>
                </a:cubicBezTo>
                <a:cubicBezTo>
                  <a:pt x="10187" y="7166"/>
                  <a:pt x="10182" y="7185"/>
                  <a:pt x="10164" y="7193"/>
                </a:cubicBezTo>
                <a:cubicBezTo>
                  <a:pt x="10146" y="7202"/>
                  <a:pt x="10122" y="7197"/>
                  <a:pt x="10111" y="7183"/>
                </a:cubicBezTo>
                <a:cubicBezTo>
                  <a:pt x="10100" y="7169"/>
                  <a:pt x="10106" y="7151"/>
                  <a:pt x="10123" y="7142"/>
                </a:cubicBezTo>
                <a:cubicBezTo>
                  <a:pt x="10132" y="7138"/>
                  <a:pt x="10143" y="7137"/>
                  <a:pt x="10152" y="7139"/>
                </a:cubicBezTo>
                <a:close/>
                <a:moveTo>
                  <a:pt x="3160" y="7777"/>
                </a:moveTo>
                <a:cubicBezTo>
                  <a:pt x="3145" y="7780"/>
                  <a:pt x="3125" y="7786"/>
                  <a:pt x="3099" y="7796"/>
                </a:cubicBezTo>
                <a:cubicBezTo>
                  <a:pt x="3058" y="7814"/>
                  <a:pt x="2985" y="7832"/>
                  <a:pt x="2938" y="7836"/>
                </a:cubicBezTo>
                <a:cubicBezTo>
                  <a:pt x="2836" y="7845"/>
                  <a:pt x="2235" y="8301"/>
                  <a:pt x="2227" y="8376"/>
                </a:cubicBezTo>
                <a:cubicBezTo>
                  <a:pt x="2224" y="8403"/>
                  <a:pt x="2210" y="8453"/>
                  <a:pt x="2195" y="8487"/>
                </a:cubicBezTo>
                <a:cubicBezTo>
                  <a:pt x="2181" y="8521"/>
                  <a:pt x="2178" y="8578"/>
                  <a:pt x="2190" y="8614"/>
                </a:cubicBezTo>
                <a:cubicBezTo>
                  <a:pt x="2207" y="8669"/>
                  <a:pt x="2230" y="8678"/>
                  <a:pt x="2340" y="8675"/>
                </a:cubicBezTo>
                <a:cubicBezTo>
                  <a:pt x="2454" y="8671"/>
                  <a:pt x="2483" y="8656"/>
                  <a:pt x="2575" y="8548"/>
                </a:cubicBezTo>
                <a:cubicBezTo>
                  <a:pt x="2633" y="8480"/>
                  <a:pt x="2783" y="8324"/>
                  <a:pt x="2909" y="8201"/>
                </a:cubicBezTo>
                <a:cubicBezTo>
                  <a:pt x="3036" y="8078"/>
                  <a:pt x="3131" y="7971"/>
                  <a:pt x="3121" y="7964"/>
                </a:cubicBezTo>
                <a:cubicBezTo>
                  <a:pt x="3112" y="7956"/>
                  <a:pt x="3126" y="7914"/>
                  <a:pt x="3155" y="7870"/>
                </a:cubicBezTo>
                <a:cubicBezTo>
                  <a:pt x="3202" y="7799"/>
                  <a:pt x="3205" y="7770"/>
                  <a:pt x="3160" y="7777"/>
                </a:cubicBezTo>
                <a:close/>
                <a:moveTo>
                  <a:pt x="16092" y="8705"/>
                </a:moveTo>
                <a:cubicBezTo>
                  <a:pt x="16072" y="8705"/>
                  <a:pt x="16056" y="8718"/>
                  <a:pt x="16056" y="8733"/>
                </a:cubicBezTo>
                <a:cubicBezTo>
                  <a:pt x="16056" y="8747"/>
                  <a:pt x="16062" y="8759"/>
                  <a:pt x="16071" y="8759"/>
                </a:cubicBezTo>
                <a:cubicBezTo>
                  <a:pt x="16079" y="8759"/>
                  <a:pt x="16095" y="8747"/>
                  <a:pt x="16107" y="8733"/>
                </a:cubicBezTo>
                <a:cubicBezTo>
                  <a:pt x="16118" y="8718"/>
                  <a:pt x="16111" y="8705"/>
                  <a:pt x="16092" y="8705"/>
                </a:cubicBezTo>
                <a:close/>
                <a:moveTo>
                  <a:pt x="16023" y="8839"/>
                </a:moveTo>
                <a:cubicBezTo>
                  <a:pt x="16003" y="8839"/>
                  <a:pt x="15987" y="8851"/>
                  <a:pt x="15987" y="8866"/>
                </a:cubicBezTo>
                <a:cubicBezTo>
                  <a:pt x="15987" y="8880"/>
                  <a:pt x="15994" y="8893"/>
                  <a:pt x="16002" y="8893"/>
                </a:cubicBezTo>
                <a:cubicBezTo>
                  <a:pt x="16010" y="8893"/>
                  <a:pt x="16026" y="8880"/>
                  <a:pt x="16038" y="8866"/>
                </a:cubicBezTo>
                <a:cubicBezTo>
                  <a:pt x="16050" y="8851"/>
                  <a:pt x="16043" y="8839"/>
                  <a:pt x="16023" y="8839"/>
                </a:cubicBezTo>
                <a:close/>
                <a:moveTo>
                  <a:pt x="15919" y="9080"/>
                </a:moveTo>
                <a:cubicBezTo>
                  <a:pt x="15900" y="9080"/>
                  <a:pt x="15884" y="9099"/>
                  <a:pt x="15884" y="9122"/>
                </a:cubicBezTo>
                <a:cubicBezTo>
                  <a:pt x="15884" y="9145"/>
                  <a:pt x="15900" y="9155"/>
                  <a:pt x="15919" y="9146"/>
                </a:cubicBezTo>
                <a:cubicBezTo>
                  <a:pt x="15937" y="9137"/>
                  <a:pt x="15953" y="9119"/>
                  <a:pt x="15953" y="9105"/>
                </a:cubicBezTo>
                <a:cubicBezTo>
                  <a:pt x="15953" y="9091"/>
                  <a:pt x="15937" y="9080"/>
                  <a:pt x="15919" y="9080"/>
                </a:cubicBezTo>
                <a:close/>
                <a:moveTo>
                  <a:pt x="1604" y="9222"/>
                </a:moveTo>
                <a:cubicBezTo>
                  <a:pt x="1570" y="9219"/>
                  <a:pt x="1535" y="9221"/>
                  <a:pt x="1499" y="9229"/>
                </a:cubicBezTo>
                <a:cubicBezTo>
                  <a:pt x="1447" y="9240"/>
                  <a:pt x="1393" y="9247"/>
                  <a:pt x="1381" y="9245"/>
                </a:cubicBezTo>
                <a:cubicBezTo>
                  <a:pt x="1368" y="9243"/>
                  <a:pt x="1289" y="9334"/>
                  <a:pt x="1203" y="9448"/>
                </a:cubicBezTo>
                <a:cubicBezTo>
                  <a:pt x="519" y="10360"/>
                  <a:pt x="114" y="11469"/>
                  <a:pt x="60" y="12577"/>
                </a:cubicBezTo>
                <a:cubicBezTo>
                  <a:pt x="49" y="12817"/>
                  <a:pt x="27" y="13019"/>
                  <a:pt x="13" y="13027"/>
                </a:cubicBezTo>
                <a:cubicBezTo>
                  <a:pt x="-13" y="13039"/>
                  <a:pt x="4" y="13197"/>
                  <a:pt x="39" y="13279"/>
                </a:cubicBezTo>
                <a:cubicBezTo>
                  <a:pt x="49" y="13301"/>
                  <a:pt x="63" y="13390"/>
                  <a:pt x="71" y="13477"/>
                </a:cubicBezTo>
                <a:cubicBezTo>
                  <a:pt x="79" y="13563"/>
                  <a:pt x="97" y="13647"/>
                  <a:pt x="110" y="13663"/>
                </a:cubicBezTo>
                <a:cubicBezTo>
                  <a:pt x="123" y="13680"/>
                  <a:pt x="139" y="13746"/>
                  <a:pt x="145" y="13811"/>
                </a:cubicBezTo>
                <a:cubicBezTo>
                  <a:pt x="151" y="13875"/>
                  <a:pt x="174" y="13954"/>
                  <a:pt x="196" y="13985"/>
                </a:cubicBezTo>
                <a:cubicBezTo>
                  <a:pt x="218" y="14015"/>
                  <a:pt x="237" y="14051"/>
                  <a:pt x="238" y="14062"/>
                </a:cubicBezTo>
                <a:cubicBezTo>
                  <a:pt x="238" y="14074"/>
                  <a:pt x="262" y="14095"/>
                  <a:pt x="290" y="14110"/>
                </a:cubicBezTo>
                <a:cubicBezTo>
                  <a:pt x="349" y="14140"/>
                  <a:pt x="404" y="14132"/>
                  <a:pt x="681" y="14054"/>
                </a:cubicBezTo>
                <a:cubicBezTo>
                  <a:pt x="876" y="14000"/>
                  <a:pt x="892" y="14000"/>
                  <a:pt x="1146" y="14040"/>
                </a:cubicBezTo>
                <a:cubicBezTo>
                  <a:pt x="1446" y="14087"/>
                  <a:pt x="1818" y="14095"/>
                  <a:pt x="1850" y="14054"/>
                </a:cubicBezTo>
                <a:cubicBezTo>
                  <a:pt x="1861" y="14039"/>
                  <a:pt x="1886" y="14033"/>
                  <a:pt x="1903" y="14042"/>
                </a:cubicBezTo>
                <a:cubicBezTo>
                  <a:pt x="1920" y="14050"/>
                  <a:pt x="1925" y="14038"/>
                  <a:pt x="1913" y="14015"/>
                </a:cubicBezTo>
                <a:cubicBezTo>
                  <a:pt x="1902" y="13992"/>
                  <a:pt x="1913" y="13955"/>
                  <a:pt x="1937" y="13933"/>
                </a:cubicBezTo>
                <a:cubicBezTo>
                  <a:pt x="1986" y="13887"/>
                  <a:pt x="1959" y="13551"/>
                  <a:pt x="1900" y="13464"/>
                </a:cubicBezTo>
                <a:cubicBezTo>
                  <a:pt x="1880" y="13436"/>
                  <a:pt x="1805" y="13389"/>
                  <a:pt x="1732" y="13361"/>
                </a:cubicBezTo>
                <a:cubicBezTo>
                  <a:pt x="1623" y="13317"/>
                  <a:pt x="1594" y="13287"/>
                  <a:pt x="1557" y="13180"/>
                </a:cubicBezTo>
                <a:cubicBezTo>
                  <a:pt x="1533" y="13109"/>
                  <a:pt x="1511" y="13044"/>
                  <a:pt x="1510" y="13034"/>
                </a:cubicBezTo>
                <a:cubicBezTo>
                  <a:pt x="1508" y="13024"/>
                  <a:pt x="1495" y="13007"/>
                  <a:pt x="1481" y="12996"/>
                </a:cubicBezTo>
                <a:cubicBezTo>
                  <a:pt x="1466" y="12985"/>
                  <a:pt x="1455" y="12944"/>
                  <a:pt x="1455" y="12904"/>
                </a:cubicBezTo>
                <a:cubicBezTo>
                  <a:pt x="1455" y="12865"/>
                  <a:pt x="1445" y="12825"/>
                  <a:pt x="1433" y="12816"/>
                </a:cubicBezTo>
                <a:cubicBezTo>
                  <a:pt x="1421" y="12806"/>
                  <a:pt x="1406" y="12765"/>
                  <a:pt x="1402" y="12724"/>
                </a:cubicBezTo>
                <a:cubicBezTo>
                  <a:pt x="1397" y="12684"/>
                  <a:pt x="1378" y="12602"/>
                  <a:pt x="1359" y="12543"/>
                </a:cubicBezTo>
                <a:cubicBezTo>
                  <a:pt x="1339" y="12484"/>
                  <a:pt x="1314" y="12249"/>
                  <a:pt x="1301" y="12021"/>
                </a:cubicBezTo>
                <a:cubicBezTo>
                  <a:pt x="1262" y="11340"/>
                  <a:pt x="1414" y="10610"/>
                  <a:pt x="1766" y="9789"/>
                </a:cubicBezTo>
                <a:cubicBezTo>
                  <a:pt x="1902" y="9472"/>
                  <a:pt x="1904" y="9468"/>
                  <a:pt x="1847" y="9370"/>
                </a:cubicBezTo>
                <a:cubicBezTo>
                  <a:pt x="1797" y="9283"/>
                  <a:pt x="1706" y="9230"/>
                  <a:pt x="1604" y="9222"/>
                </a:cubicBezTo>
                <a:close/>
                <a:moveTo>
                  <a:pt x="16408" y="9310"/>
                </a:moveTo>
                <a:cubicBezTo>
                  <a:pt x="16405" y="9316"/>
                  <a:pt x="16404" y="9329"/>
                  <a:pt x="16404" y="9347"/>
                </a:cubicBezTo>
                <a:cubicBezTo>
                  <a:pt x="16404" y="9384"/>
                  <a:pt x="16412" y="9399"/>
                  <a:pt x="16421" y="9381"/>
                </a:cubicBezTo>
                <a:cubicBezTo>
                  <a:pt x="16431" y="9363"/>
                  <a:pt x="16431" y="9332"/>
                  <a:pt x="16421" y="9314"/>
                </a:cubicBezTo>
                <a:cubicBezTo>
                  <a:pt x="16416" y="9305"/>
                  <a:pt x="16411" y="9304"/>
                  <a:pt x="16408" y="9310"/>
                </a:cubicBezTo>
                <a:close/>
                <a:moveTo>
                  <a:pt x="15835" y="9320"/>
                </a:moveTo>
                <a:cubicBezTo>
                  <a:pt x="15827" y="9320"/>
                  <a:pt x="15811" y="9333"/>
                  <a:pt x="15799" y="9347"/>
                </a:cubicBezTo>
                <a:cubicBezTo>
                  <a:pt x="15787" y="9362"/>
                  <a:pt x="15794" y="9374"/>
                  <a:pt x="15814" y="9374"/>
                </a:cubicBezTo>
                <a:cubicBezTo>
                  <a:pt x="15834" y="9374"/>
                  <a:pt x="15850" y="9362"/>
                  <a:pt x="15850" y="9347"/>
                </a:cubicBezTo>
                <a:cubicBezTo>
                  <a:pt x="15850" y="9333"/>
                  <a:pt x="15843" y="9320"/>
                  <a:pt x="15835" y="9320"/>
                </a:cubicBezTo>
                <a:close/>
                <a:moveTo>
                  <a:pt x="16298" y="9668"/>
                </a:moveTo>
                <a:cubicBezTo>
                  <a:pt x="16278" y="9668"/>
                  <a:pt x="16261" y="9680"/>
                  <a:pt x="16261" y="9695"/>
                </a:cubicBezTo>
                <a:cubicBezTo>
                  <a:pt x="16261" y="9710"/>
                  <a:pt x="16268" y="9721"/>
                  <a:pt x="16276" y="9721"/>
                </a:cubicBezTo>
                <a:cubicBezTo>
                  <a:pt x="16284" y="9721"/>
                  <a:pt x="16302" y="9710"/>
                  <a:pt x="16313" y="9695"/>
                </a:cubicBezTo>
                <a:cubicBezTo>
                  <a:pt x="16325" y="9680"/>
                  <a:pt x="16318" y="9668"/>
                  <a:pt x="16298" y="9668"/>
                </a:cubicBezTo>
                <a:close/>
                <a:moveTo>
                  <a:pt x="17093" y="10180"/>
                </a:moveTo>
                <a:cubicBezTo>
                  <a:pt x="17090" y="10182"/>
                  <a:pt x="17094" y="10192"/>
                  <a:pt x="17103" y="10211"/>
                </a:cubicBezTo>
                <a:cubicBezTo>
                  <a:pt x="17116" y="10238"/>
                  <a:pt x="17136" y="10252"/>
                  <a:pt x="17146" y="10244"/>
                </a:cubicBezTo>
                <a:cubicBezTo>
                  <a:pt x="17157" y="10236"/>
                  <a:pt x="17145" y="10214"/>
                  <a:pt x="17122" y="10196"/>
                </a:cubicBezTo>
                <a:cubicBezTo>
                  <a:pt x="17105" y="10183"/>
                  <a:pt x="17096" y="10177"/>
                  <a:pt x="17093" y="10180"/>
                </a:cubicBezTo>
                <a:close/>
                <a:moveTo>
                  <a:pt x="17505" y="10588"/>
                </a:moveTo>
                <a:cubicBezTo>
                  <a:pt x="17499" y="10590"/>
                  <a:pt x="17496" y="10595"/>
                  <a:pt x="17496" y="10602"/>
                </a:cubicBezTo>
                <a:cubicBezTo>
                  <a:pt x="17496" y="10618"/>
                  <a:pt x="17510" y="10631"/>
                  <a:pt x="17529" y="10631"/>
                </a:cubicBezTo>
                <a:cubicBezTo>
                  <a:pt x="17548" y="10631"/>
                  <a:pt x="17564" y="10626"/>
                  <a:pt x="17564" y="10620"/>
                </a:cubicBezTo>
                <a:cubicBezTo>
                  <a:pt x="17564" y="10613"/>
                  <a:pt x="17548" y="10600"/>
                  <a:pt x="17529" y="10591"/>
                </a:cubicBezTo>
                <a:cubicBezTo>
                  <a:pt x="17520" y="10586"/>
                  <a:pt x="17511" y="10586"/>
                  <a:pt x="17505" y="10588"/>
                </a:cubicBezTo>
                <a:close/>
                <a:moveTo>
                  <a:pt x="18465" y="10848"/>
                </a:moveTo>
                <a:cubicBezTo>
                  <a:pt x="18462" y="10850"/>
                  <a:pt x="18465" y="10860"/>
                  <a:pt x="18474" y="10880"/>
                </a:cubicBezTo>
                <a:cubicBezTo>
                  <a:pt x="18487" y="10906"/>
                  <a:pt x="18506" y="10920"/>
                  <a:pt x="18517" y="10912"/>
                </a:cubicBezTo>
                <a:cubicBezTo>
                  <a:pt x="18527" y="10904"/>
                  <a:pt x="18517" y="10883"/>
                  <a:pt x="18494" y="10865"/>
                </a:cubicBezTo>
                <a:cubicBezTo>
                  <a:pt x="18477" y="10852"/>
                  <a:pt x="18467" y="10846"/>
                  <a:pt x="18465" y="10848"/>
                </a:cubicBezTo>
                <a:close/>
                <a:moveTo>
                  <a:pt x="18637" y="10907"/>
                </a:moveTo>
                <a:cubicBezTo>
                  <a:pt x="18630" y="10906"/>
                  <a:pt x="18626" y="10910"/>
                  <a:pt x="18626" y="10919"/>
                </a:cubicBezTo>
                <a:cubicBezTo>
                  <a:pt x="18626" y="10935"/>
                  <a:pt x="18645" y="10954"/>
                  <a:pt x="18669" y="10961"/>
                </a:cubicBezTo>
                <a:cubicBezTo>
                  <a:pt x="18692" y="10968"/>
                  <a:pt x="18715" y="10975"/>
                  <a:pt x="18719" y="10976"/>
                </a:cubicBezTo>
                <a:cubicBezTo>
                  <a:pt x="18722" y="10978"/>
                  <a:pt x="18737" y="10964"/>
                  <a:pt x="18750" y="10946"/>
                </a:cubicBezTo>
                <a:cubicBezTo>
                  <a:pt x="18764" y="10927"/>
                  <a:pt x="18762" y="10921"/>
                  <a:pt x="18747" y="10932"/>
                </a:cubicBezTo>
                <a:cubicBezTo>
                  <a:pt x="18731" y="10943"/>
                  <a:pt x="18698" y="10938"/>
                  <a:pt x="18672" y="10922"/>
                </a:cubicBezTo>
                <a:cubicBezTo>
                  <a:pt x="18657" y="10912"/>
                  <a:pt x="18645" y="10907"/>
                  <a:pt x="18637" y="10907"/>
                </a:cubicBezTo>
                <a:close/>
                <a:moveTo>
                  <a:pt x="15075" y="12058"/>
                </a:moveTo>
                <a:cubicBezTo>
                  <a:pt x="15157" y="12049"/>
                  <a:pt x="15276" y="12072"/>
                  <a:pt x="15337" y="12116"/>
                </a:cubicBezTo>
                <a:cubicBezTo>
                  <a:pt x="15406" y="12164"/>
                  <a:pt x="15397" y="12207"/>
                  <a:pt x="15294" y="12323"/>
                </a:cubicBezTo>
                <a:cubicBezTo>
                  <a:pt x="15214" y="12413"/>
                  <a:pt x="15086" y="12419"/>
                  <a:pt x="15012" y="12337"/>
                </a:cubicBezTo>
                <a:cubicBezTo>
                  <a:pt x="14945" y="12262"/>
                  <a:pt x="14943" y="12119"/>
                  <a:pt x="15008" y="12077"/>
                </a:cubicBezTo>
                <a:cubicBezTo>
                  <a:pt x="15023" y="12066"/>
                  <a:pt x="15048" y="12060"/>
                  <a:pt x="15075" y="12058"/>
                </a:cubicBezTo>
                <a:close/>
                <a:moveTo>
                  <a:pt x="3384" y="12293"/>
                </a:moveTo>
                <a:cubicBezTo>
                  <a:pt x="3378" y="12292"/>
                  <a:pt x="3376" y="12301"/>
                  <a:pt x="3376" y="12318"/>
                </a:cubicBezTo>
                <a:cubicBezTo>
                  <a:pt x="3375" y="12342"/>
                  <a:pt x="3385" y="12368"/>
                  <a:pt x="3398" y="12378"/>
                </a:cubicBezTo>
                <a:cubicBezTo>
                  <a:pt x="3439" y="12411"/>
                  <a:pt x="3450" y="12374"/>
                  <a:pt x="3413" y="12325"/>
                </a:cubicBezTo>
                <a:cubicBezTo>
                  <a:pt x="3398" y="12305"/>
                  <a:pt x="3389" y="12294"/>
                  <a:pt x="3384" y="12293"/>
                </a:cubicBezTo>
                <a:close/>
                <a:moveTo>
                  <a:pt x="3486" y="12778"/>
                </a:moveTo>
                <a:cubicBezTo>
                  <a:pt x="3481" y="12781"/>
                  <a:pt x="3479" y="12797"/>
                  <a:pt x="3479" y="12828"/>
                </a:cubicBezTo>
                <a:cubicBezTo>
                  <a:pt x="3478" y="12867"/>
                  <a:pt x="3489" y="12922"/>
                  <a:pt x="3503" y="12949"/>
                </a:cubicBezTo>
                <a:cubicBezTo>
                  <a:pt x="3525" y="12990"/>
                  <a:pt x="3530" y="12986"/>
                  <a:pt x="3539" y="12925"/>
                </a:cubicBezTo>
                <a:cubicBezTo>
                  <a:pt x="3545" y="12885"/>
                  <a:pt x="3534" y="12831"/>
                  <a:pt x="3515" y="12805"/>
                </a:cubicBezTo>
                <a:cubicBezTo>
                  <a:pt x="3499" y="12784"/>
                  <a:pt x="3491" y="12774"/>
                  <a:pt x="3486" y="12778"/>
                </a:cubicBezTo>
                <a:close/>
                <a:moveTo>
                  <a:pt x="3612" y="13359"/>
                </a:moveTo>
                <a:cubicBezTo>
                  <a:pt x="3592" y="13359"/>
                  <a:pt x="3586" y="13371"/>
                  <a:pt x="3597" y="13386"/>
                </a:cubicBezTo>
                <a:cubicBezTo>
                  <a:pt x="3609" y="13401"/>
                  <a:pt x="3625" y="13412"/>
                  <a:pt x="3633" y="13412"/>
                </a:cubicBezTo>
                <a:cubicBezTo>
                  <a:pt x="3642" y="13412"/>
                  <a:pt x="3648" y="13401"/>
                  <a:pt x="3648" y="13386"/>
                </a:cubicBezTo>
                <a:cubicBezTo>
                  <a:pt x="3648" y="13371"/>
                  <a:pt x="3632" y="13359"/>
                  <a:pt x="3612" y="13359"/>
                </a:cubicBezTo>
                <a:close/>
                <a:moveTo>
                  <a:pt x="1944" y="14085"/>
                </a:moveTo>
                <a:cubicBezTo>
                  <a:pt x="1938" y="14084"/>
                  <a:pt x="1938" y="14087"/>
                  <a:pt x="1942" y="14094"/>
                </a:cubicBezTo>
                <a:cubicBezTo>
                  <a:pt x="1952" y="14109"/>
                  <a:pt x="1968" y="14143"/>
                  <a:pt x="1980" y="14168"/>
                </a:cubicBezTo>
                <a:cubicBezTo>
                  <a:pt x="1991" y="14194"/>
                  <a:pt x="2008" y="14215"/>
                  <a:pt x="2017" y="14215"/>
                </a:cubicBezTo>
                <a:cubicBezTo>
                  <a:pt x="2048" y="14215"/>
                  <a:pt x="2014" y="14132"/>
                  <a:pt x="1970" y="14100"/>
                </a:cubicBezTo>
                <a:cubicBezTo>
                  <a:pt x="1958" y="14091"/>
                  <a:pt x="1949" y="14086"/>
                  <a:pt x="1944" y="14085"/>
                </a:cubicBezTo>
                <a:close/>
                <a:moveTo>
                  <a:pt x="2014" y="14247"/>
                </a:moveTo>
                <a:cubicBezTo>
                  <a:pt x="2007" y="14246"/>
                  <a:pt x="2004" y="14251"/>
                  <a:pt x="2004" y="14259"/>
                </a:cubicBezTo>
                <a:cubicBezTo>
                  <a:pt x="2004" y="14274"/>
                  <a:pt x="2013" y="14294"/>
                  <a:pt x="2026" y="14304"/>
                </a:cubicBezTo>
                <a:cubicBezTo>
                  <a:pt x="2039" y="14314"/>
                  <a:pt x="2057" y="14315"/>
                  <a:pt x="2067" y="14308"/>
                </a:cubicBezTo>
                <a:cubicBezTo>
                  <a:pt x="2076" y="14300"/>
                  <a:pt x="2067" y="14280"/>
                  <a:pt x="2045" y="14263"/>
                </a:cubicBezTo>
                <a:cubicBezTo>
                  <a:pt x="2032" y="14253"/>
                  <a:pt x="2021" y="14248"/>
                  <a:pt x="2014" y="14247"/>
                </a:cubicBezTo>
                <a:close/>
                <a:moveTo>
                  <a:pt x="4439" y="14295"/>
                </a:moveTo>
                <a:cubicBezTo>
                  <a:pt x="4420" y="14295"/>
                  <a:pt x="4414" y="14313"/>
                  <a:pt x="4425" y="14335"/>
                </a:cubicBezTo>
                <a:cubicBezTo>
                  <a:pt x="4435" y="14357"/>
                  <a:pt x="4451" y="14376"/>
                  <a:pt x="4458" y="14376"/>
                </a:cubicBezTo>
                <a:cubicBezTo>
                  <a:pt x="4466" y="14376"/>
                  <a:pt x="4471" y="14357"/>
                  <a:pt x="4471" y="14335"/>
                </a:cubicBezTo>
                <a:cubicBezTo>
                  <a:pt x="4471" y="14313"/>
                  <a:pt x="4457" y="14295"/>
                  <a:pt x="4439" y="14295"/>
                </a:cubicBezTo>
                <a:close/>
                <a:moveTo>
                  <a:pt x="2075" y="14349"/>
                </a:moveTo>
                <a:cubicBezTo>
                  <a:pt x="2055" y="14349"/>
                  <a:pt x="2038" y="14361"/>
                  <a:pt x="2038" y="14376"/>
                </a:cubicBezTo>
                <a:cubicBezTo>
                  <a:pt x="2038" y="14390"/>
                  <a:pt x="2044" y="14402"/>
                  <a:pt x="2053" y="14402"/>
                </a:cubicBezTo>
                <a:cubicBezTo>
                  <a:pt x="2061" y="14402"/>
                  <a:pt x="2078" y="14390"/>
                  <a:pt x="2090" y="14376"/>
                </a:cubicBezTo>
                <a:cubicBezTo>
                  <a:pt x="2101" y="14361"/>
                  <a:pt x="2095" y="14349"/>
                  <a:pt x="2075" y="14349"/>
                </a:cubicBezTo>
                <a:close/>
                <a:moveTo>
                  <a:pt x="2119" y="14447"/>
                </a:moveTo>
                <a:cubicBezTo>
                  <a:pt x="2072" y="14439"/>
                  <a:pt x="2027" y="14465"/>
                  <a:pt x="1916" y="14543"/>
                </a:cubicBezTo>
                <a:cubicBezTo>
                  <a:pt x="1741" y="14667"/>
                  <a:pt x="1558" y="14951"/>
                  <a:pt x="1534" y="15136"/>
                </a:cubicBezTo>
                <a:cubicBezTo>
                  <a:pt x="1518" y="15255"/>
                  <a:pt x="1527" y="15284"/>
                  <a:pt x="1597" y="15345"/>
                </a:cubicBezTo>
                <a:cubicBezTo>
                  <a:pt x="1641" y="15384"/>
                  <a:pt x="1731" y="15428"/>
                  <a:pt x="1797" y="15442"/>
                </a:cubicBezTo>
                <a:cubicBezTo>
                  <a:pt x="1963" y="15477"/>
                  <a:pt x="2166" y="15478"/>
                  <a:pt x="2248" y="15443"/>
                </a:cubicBezTo>
                <a:cubicBezTo>
                  <a:pt x="2298" y="15423"/>
                  <a:pt x="2330" y="15423"/>
                  <a:pt x="2366" y="15446"/>
                </a:cubicBezTo>
                <a:cubicBezTo>
                  <a:pt x="2406" y="15472"/>
                  <a:pt x="2415" y="15468"/>
                  <a:pt x="2415" y="15423"/>
                </a:cubicBezTo>
                <a:cubicBezTo>
                  <a:pt x="2415" y="15393"/>
                  <a:pt x="2401" y="15361"/>
                  <a:pt x="2383" y="15353"/>
                </a:cubicBezTo>
                <a:cubicBezTo>
                  <a:pt x="2342" y="15333"/>
                  <a:pt x="2365" y="14885"/>
                  <a:pt x="2409" y="14850"/>
                </a:cubicBezTo>
                <a:cubicBezTo>
                  <a:pt x="2445" y="14822"/>
                  <a:pt x="2269" y="14578"/>
                  <a:pt x="2208" y="14572"/>
                </a:cubicBezTo>
                <a:cubicBezTo>
                  <a:pt x="2137" y="14565"/>
                  <a:pt x="2133" y="14562"/>
                  <a:pt x="2172" y="14525"/>
                </a:cubicBezTo>
                <a:cubicBezTo>
                  <a:pt x="2203" y="14496"/>
                  <a:pt x="2202" y="14482"/>
                  <a:pt x="2168" y="14465"/>
                </a:cubicBezTo>
                <a:cubicBezTo>
                  <a:pt x="2149" y="14456"/>
                  <a:pt x="2134" y="14450"/>
                  <a:pt x="2119" y="14447"/>
                </a:cubicBezTo>
                <a:close/>
                <a:moveTo>
                  <a:pt x="4533" y="14521"/>
                </a:moveTo>
                <a:cubicBezTo>
                  <a:pt x="4516" y="14508"/>
                  <a:pt x="4519" y="14562"/>
                  <a:pt x="4537" y="14609"/>
                </a:cubicBezTo>
                <a:cubicBezTo>
                  <a:pt x="4539" y="14613"/>
                  <a:pt x="4546" y="14616"/>
                  <a:pt x="4553" y="14616"/>
                </a:cubicBezTo>
                <a:cubicBezTo>
                  <a:pt x="4574" y="14616"/>
                  <a:pt x="4558" y="14540"/>
                  <a:pt x="4533" y="14521"/>
                </a:cubicBezTo>
                <a:close/>
                <a:moveTo>
                  <a:pt x="4311" y="14809"/>
                </a:moveTo>
                <a:cubicBezTo>
                  <a:pt x="4304" y="14808"/>
                  <a:pt x="4300" y="14812"/>
                  <a:pt x="4300" y="14820"/>
                </a:cubicBezTo>
                <a:cubicBezTo>
                  <a:pt x="4300" y="14836"/>
                  <a:pt x="4310" y="14856"/>
                  <a:pt x="4322" y="14866"/>
                </a:cubicBezTo>
                <a:cubicBezTo>
                  <a:pt x="4335" y="14875"/>
                  <a:pt x="4353" y="14877"/>
                  <a:pt x="4363" y="14869"/>
                </a:cubicBezTo>
                <a:cubicBezTo>
                  <a:pt x="4373" y="14862"/>
                  <a:pt x="4363" y="14841"/>
                  <a:pt x="4341" y="14824"/>
                </a:cubicBezTo>
                <a:cubicBezTo>
                  <a:pt x="4329" y="14814"/>
                  <a:pt x="4318" y="14809"/>
                  <a:pt x="4311" y="14809"/>
                </a:cubicBezTo>
                <a:close/>
                <a:moveTo>
                  <a:pt x="4208" y="16286"/>
                </a:moveTo>
                <a:cubicBezTo>
                  <a:pt x="4196" y="16288"/>
                  <a:pt x="4195" y="16303"/>
                  <a:pt x="4213" y="16326"/>
                </a:cubicBezTo>
                <a:cubicBezTo>
                  <a:pt x="4226" y="16342"/>
                  <a:pt x="4251" y="16354"/>
                  <a:pt x="4271" y="16354"/>
                </a:cubicBezTo>
                <a:cubicBezTo>
                  <a:pt x="4294" y="16354"/>
                  <a:pt x="4292" y="16339"/>
                  <a:pt x="4264" y="16314"/>
                </a:cubicBezTo>
                <a:cubicBezTo>
                  <a:pt x="4241" y="16292"/>
                  <a:pt x="4219" y="16283"/>
                  <a:pt x="4208" y="16286"/>
                </a:cubicBezTo>
                <a:close/>
                <a:moveTo>
                  <a:pt x="4376" y="16416"/>
                </a:moveTo>
                <a:cubicBezTo>
                  <a:pt x="4369" y="16420"/>
                  <a:pt x="4366" y="16433"/>
                  <a:pt x="4364" y="16456"/>
                </a:cubicBezTo>
                <a:cubicBezTo>
                  <a:pt x="4362" y="16488"/>
                  <a:pt x="4356" y="16527"/>
                  <a:pt x="4352" y="16542"/>
                </a:cubicBezTo>
                <a:cubicBezTo>
                  <a:pt x="4347" y="16557"/>
                  <a:pt x="4341" y="16576"/>
                  <a:pt x="4339" y="16585"/>
                </a:cubicBezTo>
                <a:cubicBezTo>
                  <a:pt x="4336" y="16594"/>
                  <a:pt x="4308" y="16586"/>
                  <a:pt x="4276" y="16565"/>
                </a:cubicBezTo>
                <a:cubicBezTo>
                  <a:pt x="4226" y="16534"/>
                  <a:pt x="4222" y="16533"/>
                  <a:pt x="4247" y="16568"/>
                </a:cubicBezTo>
                <a:cubicBezTo>
                  <a:pt x="4336" y="16691"/>
                  <a:pt x="4516" y="16860"/>
                  <a:pt x="4551" y="16855"/>
                </a:cubicBezTo>
                <a:cubicBezTo>
                  <a:pt x="4573" y="16852"/>
                  <a:pt x="4586" y="16871"/>
                  <a:pt x="4580" y="16899"/>
                </a:cubicBezTo>
                <a:cubicBezTo>
                  <a:pt x="4574" y="16926"/>
                  <a:pt x="4584" y="16941"/>
                  <a:pt x="4601" y="16933"/>
                </a:cubicBezTo>
                <a:cubicBezTo>
                  <a:pt x="4618" y="16925"/>
                  <a:pt x="4684" y="16960"/>
                  <a:pt x="4747" y="17011"/>
                </a:cubicBezTo>
                <a:cubicBezTo>
                  <a:pt x="4810" y="17062"/>
                  <a:pt x="4872" y="17103"/>
                  <a:pt x="4885" y="17103"/>
                </a:cubicBezTo>
                <a:cubicBezTo>
                  <a:pt x="4921" y="17103"/>
                  <a:pt x="4951" y="17029"/>
                  <a:pt x="4951" y="16942"/>
                </a:cubicBezTo>
                <a:cubicBezTo>
                  <a:pt x="4951" y="16900"/>
                  <a:pt x="4966" y="16835"/>
                  <a:pt x="4984" y="16798"/>
                </a:cubicBezTo>
                <a:cubicBezTo>
                  <a:pt x="5005" y="16755"/>
                  <a:pt x="5005" y="16725"/>
                  <a:pt x="4984" y="16715"/>
                </a:cubicBezTo>
                <a:cubicBezTo>
                  <a:pt x="4966" y="16706"/>
                  <a:pt x="4951" y="16675"/>
                  <a:pt x="4951" y="16646"/>
                </a:cubicBezTo>
                <a:cubicBezTo>
                  <a:pt x="4951" y="16617"/>
                  <a:pt x="4913" y="16563"/>
                  <a:pt x="4867" y="16527"/>
                </a:cubicBezTo>
                <a:cubicBezTo>
                  <a:pt x="4801" y="16476"/>
                  <a:pt x="4748" y="16461"/>
                  <a:pt x="4617" y="16461"/>
                </a:cubicBezTo>
                <a:cubicBezTo>
                  <a:pt x="4526" y="16461"/>
                  <a:pt x="4432" y="16447"/>
                  <a:pt x="4410" y="16430"/>
                </a:cubicBezTo>
                <a:cubicBezTo>
                  <a:pt x="4394" y="16417"/>
                  <a:pt x="4383" y="16412"/>
                  <a:pt x="4376" y="16416"/>
                </a:cubicBezTo>
                <a:close/>
                <a:moveTo>
                  <a:pt x="6168" y="17405"/>
                </a:moveTo>
                <a:cubicBezTo>
                  <a:pt x="6335" y="17409"/>
                  <a:pt x="6501" y="17468"/>
                  <a:pt x="6555" y="17580"/>
                </a:cubicBezTo>
                <a:cubicBezTo>
                  <a:pt x="6626" y="17725"/>
                  <a:pt x="6560" y="17837"/>
                  <a:pt x="6350" y="17922"/>
                </a:cubicBezTo>
                <a:cubicBezTo>
                  <a:pt x="6299" y="17942"/>
                  <a:pt x="6251" y="17959"/>
                  <a:pt x="6243" y="17959"/>
                </a:cubicBezTo>
                <a:cubicBezTo>
                  <a:pt x="6223" y="17959"/>
                  <a:pt x="5982" y="17818"/>
                  <a:pt x="5844" y="17725"/>
                </a:cubicBezTo>
                <a:cubicBezTo>
                  <a:pt x="5729" y="17649"/>
                  <a:pt x="5728" y="17644"/>
                  <a:pt x="5773" y="17559"/>
                </a:cubicBezTo>
                <a:cubicBezTo>
                  <a:pt x="5831" y="17450"/>
                  <a:pt x="6000" y="17400"/>
                  <a:pt x="6168" y="17405"/>
                </a:cubicBezTo>
                <a:close/>
                <a:moveTo>
                  <a:pt x="18986" y="19679"/>
                </a:moveTo>
                <a:cubicBezTo>
                  <a:pt x="18959" y="19679"/>
                  <a:pt x="18946" y="19690"/>
                  <a:pt x="18955" y="19702"/>
                </a:cubicBezTo>
                <a:cubicBezTo>
                  <a:pt x="18965" y="19714"/>
                  <a:pt x="18978" y="19725"/>
                  <a:pt x="18986" y="19725"/>
                </a:cubicBezTo>
                <a:cubicBezTo>
                  <a:pt x="18993" y="19725"/>
                  <a:pt x="19007" y="19714"/>
                  <a:pt x="19017" y="19702"/>
                </a:cubicBezTo>
                <a:cubicBezTo>
                  <a:pt x="19027" y="19690"/>
                  <a:pt x="19012" y="19679"/>
                  <a:pt x="18986" y="19679"/>
                </a:cubicBezTo>
                <a:close/>
                <a:moveTo>
                  <a:pt x="6508" y="19778"/>
                </a:moveTo>
                <a:cubicBezTo>
                  <a:pt x="6477" y="19778"/>
                  <a:pt x="6531" y="19894"/>
                  <a:pt x="6583" y="19940"/>
                </a:cubicBezTo>
                <a:cubicBezTo>
                  <a:pt x="6609" y="19964"/>
                  <a:pt x="6619" y="19992"/>
                  <a:pt x="6605" y="20005"/>
                </a:cubicBezTo>
                <a:cubicBezTo>
                  <a:pt x="6591" y="20017"/>
                  <a:pt x="6598" y="20019"/>
                  <a:pt x="6621" y="20008"/>
                </a:cubicBezTo>
                <a:cubicBezTo>
                  <a:pt x="6654" y="19994"/>
                  <a:pt x="6648" y="19964"/>
                  <a:pt x="6596" y="19883"/>
                </a:cubicBezTo>
                <a:cubicBezTo>
                  <a:pt x="6558" y="19825"/>
                  <a:pt x="6518" y="19778"/>
                  <a:pt x="6508" y="19778"/>
                </a:cubicBezTo>
                <a:close/>
                <a:moveTo>
                  <a:pt x="17655" y="20050"/>
                </a:moveTo>
                <a:cubicBezTo>
                  <a:pt x="17681" y="20053"/>
                  <a:pt x="17709" y="20061"/>
                  <a:pt x="17737" y="20072"/>
                </a:cubicBezTo>
                <a:lnTo>
                  <a:pt x="17810" y="20103"/>
                </a:lnTo>
                <a:lnTo>
                  <a:pt x="17732" y="20168"/>
                </a:lnTo>
                <a:cubicBezTo>
                  <a:pt x="17690" y="20203"/>
                  <a:pt x="17644" y="20233"/>
                  <a:pt x="17630" y="20233"/>
                </a:cubicBezTo>
                <a:cubicBezTo>
                  <a:pt x="17592" y="20233"/>
                  <a:pt x="17537" y="20170"/>
                  <a:pt x="17525" y="20112"/>
                </a:cubicBezTo>
                <a:cubicBezTo>
                  <a:pt x="17514" y="20064"/>
                  <a:pt x="17576" y="20039"/>
                  <a:pt x="17655" y="20050"/>
                </a:cubicBezTo>
                <a:close/>
                <a:moveTo>
                  <a:pt x="10685" y="21500"/>
                </a:moveTo>
                <a:cubicBezTo>
                  <a:pt x="10679" y="21502"/>
                  <a:pt x="10675" y="21507"/>
                  <a:pt x="10675" y="21515"/>
                </a:cubicBezTo>
                <a:cubicBezTo>
                  <a:pt x="10675" y="21531"/>
                  <a:pt x="10691" y="21543"/>
                  <a:pt x="10709" y="21543"/>
                </a:cubicBezTo>
                <a:cubicBezTo>
                  <a:pt x="10728" y="21543"/>
                  <a:pt x="10743" y="21538"/>
                  <a:pt x="10743" y="21531"/>
                </a:cubicBezTo>
                <a:cubicBezTo>
                  <a:pt x="10743" y="21525"/>
                  <a:pt x="10728" y="21512"/>
                  <a:pt x="10709" y="21503"/>
                </a:cubicBezTo>
                <a:cubicBezTo>
                  <a:pt x="10700" y="21499"/>
                  <a:pt x="10691" y="21497"/>
                  <a:pt x="10685" y="21500"/>
                </a:cubicBezTo>
                <a:close/>
                <a:moveTo>
                  <a:pt x="10812" y="21518"/>
                </a:moveTo>
                <a:cubicBezTo>
                  <a:pt x="10772" y="21518"/>
                  <a:pt x="10776" y="21527"/>
                  <a:pt x="10826" y="21557"/>
                </a:cubicBezTo>
                <a:cubicBezTo>
                  <a:pt x="10861" y="21578"/>
                  <a:pt x="10905" y="21588"/>
                  <a:pt x="10923" y="21579"/>
                </a:cubicBezTo>
                <a:cubicBezTo>
                  <a:pt x="10963" y="21560"/>
                  <a:pt x="10885" y="21517"/>
                  <a:pt x="10812" y="21518"/>
                </a:cubicBezTo>
                <a:close/>
              </a:path>
            </a:pathLst>
          </a:custGeom>
          <a:noFill/>
          <a:ln>
            <a:noFill/>
          </a:ln>
        </p:spPr>
      </p:pic>
      <p:sp>
        <p:nvSpPr>
          <p:cNvPr id="854" name="Google Shape;854;p43"/>
          <p:cNvSpPr txBox="1"/>
          <p:nvPr/>
        </p:nvSpPr>
        <p:spPr>
          <a:xfrm>
            <a:off x="495300" y="1141139"/>
            <a:ext cx="5207100" cy="315600"/>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Clr>
                <a:srgbClr val="5E5E5E"/>
              </a:buClr>
              <a:buSzPts val="900"/>
              <a:buFont typeface="Helvetica Neue"/>
              <a:buNone/>
            </a:pPr>
            <a:r>
              <a:rPr b="0" i="0" lang="es" sz="900" u="none" cap="none" strike="noStrike">
                <a:solidFill>
                  <a:srgbClr val="5E5E5E"/>
                </a:solidFill>
                <a:latin typeface="Helvetica Neue"/>
                <a:ea typeface="Helvetica Neue"/>
                <a:cs typeface="Helvetica Neue"/>
                <a:sym typeface="Helvetica Neue"/>
              </a:rPr>
              <a:t>Focus on </a:t>
            </a:r>
            <a:r>
              <a:rPr b="1" i="0" lang="es" sz="900" u="none" cap="none" strike="noStrike">
                <a:solidFill>
                  <a:srgbClr val="5E5E5E"/>
                </a:solidFill>
                <a:latin typeface="Helvetica Neue"/>
                <a:ea typeface="Helvetica Neue"/>
                <a:cs typeface="Helvetica Neue"/>
                <a:sym typeface="Helvetica Neue"/>
              </a:rPr>
              <a:t>data integration </a:t>
            </a:r>
            <a:r>
              <a:rPr b="0" i="0" lang="es" sz="900" u="none" cap="none" strike="noStrike">
                <a:solidFill>
                  <a:srgbClr val="5E5E5E"/>
                </a:solidFill>
                <a:latin typeface="Helvetica Neue"/>
                <a:ea typeface="Helvetica Neue"/>
                <a:cs typeface="Helvetica Neue"/>
                <a:sym typeface="Helvetica Neue"/>
              </a:rPr>
              <a:t>to </a:t>
            </a:r>
            <a:r>
              <a:rPr b="1" i="0" lang="es" sz="900" u="none" cap="none" strike="noStrike">
                <a:solidFill>
                  <a:srgbClr val="5E5E5E"/>
                </a:solidFill>
                <a:latin typeface="Helvetica Neue"/>
                <a:ea typeface="Helvetica Neue"/>
                <a:cs typeface="Helvetica Neue"/>
                <a:sym typeface="Helvetica Neue"/>
              </a:rPr>
              <a:t>represent complex biological systems </a:t>
            </a:r>
            <a:r>
              <a:rPr b="0" i="0" lang="es" sz="900" u="none" cap="none" strike="noStrike">
                <a:solidFill>
                  <a:srgbClr val="5E5E5E"/>
                </a:solidFill>
                <a:latin typeface="Helvetica Neue"/>
                <a:ea typeface="Helvetica Neue"/>
                <a:cs typeface="Helvetica Neue"/>
                <a:sym typeface="Helvetica Neue"/>
              </a:rPr>
              <a:t>and be able </a:t>
            </a:r>
            <a:r>
              <a:rPr b="1" i="0" lang="es" sz="900" u="none" cap="none" strike="noStrike">
                <a:solidFill>
                  <a:srgbClr val="5E5E5E"/>
                </a:solidFill>
                <a:latin typeface="Helvetica Neue"/>
                <a:ea typeface="Helvetica Neue"/>
                <a:cs typeface="Helvetica Neue"/>
                <a:sym typeface="Helvetica Neue"/>
              </a:rPr>
              <a:t>to reason over them </a:t>
            </a:r>
            <a:endParaRPr sz="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44"/>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Building a Knowledge Graph</a:t>
            </a:r>
            <a:endParaRPr/>
          </a:p>
        </p:txBody>
      </p:sp>
      <p:sp>
        <p:nvSpPr>
          <p:cNvPr id="860" name="Google Shape;860;p44"/>
          <p:cNvSpPr txBox="1"/>
          <p:nvPr>
            <p:ph idx="2" type="body"/>
          </p:nvPr>
        </p:nvSpPr>
        <p:spPr>
          <a:xfrm>
            <a:off x="452438" y="1241434"/>
            <a:ext cx="8239200" cy="3447900"/>
          </a:xfrm>
          <a:prstGeom prst="rect">
            <a:avLst/>
          </a:prstGeom>
          <a:noFill/>
          <a:ln>
            <a:noFill/>
          </a:ln>
        </p:spPr>
        <p:txBody>
          <a:bodyPr anchorCtr="0" anchor="t" bIns="19050" lIns="19050" spcFirstLastPara="1" rIns="19050" wrap="square" tIns="19050">
            <a:normAutofit/>
          </a:bodyPr>
          <a:lstStyle/>
          <a:p>
            <a:pPr indent="-114300" lvl="0" marL="88900" rtl="0" algn="l">
              <a:lnSpc>
                <a:spcPct val="90000"/>
              </a:lnSpc>
              <a:spcBef>
                <a:spcPts val="0"/>
              </a:spcBef>
              <a:spcAft>
                <a:spcPts val="0"/>
              </a:spcAft>
              <a:buClr>
                <a:srgbClr val="000000"/>
              </a:buClr>
              <a:buSzPts val="1800"/>
              <a:buFont typeface="Helvetica Neue"/>
              <a:buAutoNum type="arabicPeriod"/>
            </a:pPr>
            <a:r>
              <a:rPr b="0" i="0" lang="es" sz="1800" u="none" cap="none" strike="noStrike">
                <a:solidFill>
                  <a:srgbClr val="000000"/>
                </a:solidFill>
                <a:latin typeface="Helvetica Neue"/>
                <a:ea typeface="Helvetica Neue"/>
                <a:cs typeface="Helvetica Neue"/>
                <a:sym typeface="Helvetica Neue"/>
              </a:rPr>
              <a:t>Define the </a:t>
            </a:r>
            <a:r>
              <a:rPr b="1" lang="es"/>
              <a:t>questions</a:t>
            </a:r>
            <a:r>
              <a:rPr b="0" i="0" lang="es" sz="1800" u="none" cap="none" strike="noStrike">
                <a:solidFill>
                  <a:srgbClr val="000000"/>
                </a:solidFill>
                <a:latin typeface="Helvetica Neue"/>
                <a:ea typeface="Helvetica Neue"/>
                <a:cs typeface="Helvetica Neue"/>
                <a:sym typeface="Helvetica Neue"/>
              </a:rPr>
              <a:t> you want to answer </a:t>
            </a:r>
            <a:endParaRPr/>
          </a:p>
          <a:p>
            <a:pPr indent="-114300" lvl="0" marL="88900" rtl="0" algn="l">
              <a:lnSpc>
                <a:spcPct val="90000"/>
              </a:lnSpc>
              <a:spcBef>
                <a:spcPts val="1700"/>
              </a:spcBef>
              <a:spcAft>
                <a:spcPts val="0"/>
              </a:spcAft>
              <a:buClr>
                <a:srgbClr val="000000"/>
              </a:buClr>
              <a:buSzPts val="1800"/>
              <a:buFont typeface="Helvetica Neue"/>
              <a:buAutoNum type="arabicPeriod"/>
            </a:pPr>
            <a:r>
              <a:rPr b="0" i="0" lang="es" sz="1800" u="none" cap="none" strike="noStrike">
                <a:solidFill>
                  <a:srgbClr val="000000"/>
                </a:solidFill>
                <a:latin typeface="Helvetica Neue"/>
                <a:ea typeface="Helvetica Neue"/>
                <a:cs typeface="Helvetica Neue"/>
                <a:sym typeface="Helvetica Neue"/>
              </a:rPr>
              <a:t>Define </a:t>
            </a:r>
            <a:r>
              <a:rPr b="1" lang="es"/>
              <a:t>what data</a:t>
            </a:r>
            <a:r>
              <a:rPr b="0" i="0" lang="es" sz="1800" u="none" cap="none" strike="noStrike">
                <a:solidFill>
                  <a:srgbClr val="000000"/>
                </a:solidFill>
                <a:latin typeface="Helvetica Neue"/>
                <a:ea typeface="Helvetica Neue"/>
                <a:cs typeface="Helvetica Neue"/>
                <a:sym typeface="Helvetica Neue"/>
              </a:rPr>
              <a:t> can be used to answer these questions and </a:t>
            </a:r>
            <a:r>
              <a:rPr b="1" lang="es"/>
              <a:t>how it is linked</a:t>
            </a:r>
            <a:r>
              <a:rPr b="0" i="0" lang="es" sz="1800" u="none" cap="none" strike="noStrike">
                <a:solidFill>
                  <a:srgbClr val="000000"/>
                </a:solidFill>
                <a:latin typeface="Helvetica Neue"/>
                <a:ea typeface="Helvetica Neue"/>
                <a:cs typeface="Helvetica Neue"/>
                <a:sym typeface="Helvetica Neue"/>
              </a:rPr>
              <a:t> — Data model </a:t>
            </a:r>
            <a:endParaRPr/>
          </a:p>
          <a:p>
            <a:pPr indent="-114300" lvl="0" marL="88900" rtl="0" algn="l">
              <a:lnSpc>
                <a:spcPct val="90000"/>
              </a:lnSpc>
              <a:spcBef>
                <a:spcPts val="1700"/>
              </a:spcBef>
              <a:spcAft>
                <a:spcPts val="0"/>
              </a:spcAft>
              <a:buClr>
                <a:srgbClr val="000000"/>
              </a:buClr>
              <a:buSzPts val="1800"/>
              <a:buFont typeface="Helvetica Neue"/>
              <a:buAutoNum type="arabicPeriod"/>
            </a:pPr>
            <a:r>
              <a:rPr b="0" i="0" lang="es" sz="1800" u="none" cap="none" strike="noStrike">
                <a:solidFill>
                  <a:srgbClr val="000000"/>
                </a:solidFill>
                <a:latin typeface="Helvetica Neue"/>
                <a:ea typeface="Helvetica Neue"/>
                <a:cs typeface="Helvetica Neue"/>
                <a:sym typeface="Helvetica Neue"/>
              </a:rPr>
              <a:t>Find </a:t>
            </a:r>
            <a:r>
              <a:rPr b="1" lang="es"/>
              <a:t>where to get these data</a:t>
            </a:r>
            <a:r>
              <a:rPr b="0" i="0" lang="es" sz="1800" u="none" cap="none" strike="noStrike">
                <a:solidFill>
                  <a:srgbClr val="000000"/>
                </a:solidFill>
                <a:latin typeface="Helvetica Neue"/>
                <a:ea typeface="Helvetica Neue"/>
                <a:cs typeface="Helvetica Neue"/>
                <a:sym typeface="Helvetica Neue"/>
              </a:rPr>
              <a:t> </a:t>
            </a:r>
            <a:endParaRPr/>
          </a:p>
          <a:p>
            <a:pPr indent="-114300" lvl="0" marL="88900" rtl="0" algn="l">
              <a:lnSpc>
                <a:spcPct val="90000"/>
              </a:lnSpc>
              <a:spcBef>
                <a:spcPts val="1700"/>
              </a:spcBef>
              <a:spcAft>
                <a:spcPts val="0"/>
              </a:spcAft>
              <a:buClr>
                <a:srgbClr val="000000"/>
              </a:buClr>
              <a:buSzPts val="1800"/>
              <a:buFont typeface="Helvetica Neue"/>
              <a:buAutoNum type="arabicPeriod"/>
            </a:pPr>
            <a:r>
              <a:rPr b="0" i="0" lang="es" sz="1800" u="none" cap="none" strike="noStrike">
                <a:solidFill>
                  <a:srgbClr val="000000"/>
                </a:solidFill>
                <a:latin typeface="Helvetica Neue"/>
                <a:ea typeface="Helvetica Neue"/>
                <a:cs typeface="Helvetica Neue"/>
                <a:sym typeface="Helvetica Neue"/>
              </a:rPr>
              <a:t>Get the data, </a:t>
            </a:r>
            <a:r>
              <a:rPr b="1" lang="es"/>
              <a:t>standardise</a:t>
            </a:r>
            <a:r>
              <a:rPr b="0" i="0" lang="es" sz="1800" u="none" cap="none" strike="noStrike">
                <a:solidFill>
                  <a:srgbClr val="000000"/>
                </a:solidFill>
                <a:latin typeface="Helvetica Neue"/>
                <a:ea typeface="Helvetica Neue"/>
                <a:cs typeface="Helvetica Neue"/>
                <a:sym typeface="Helvetica Neue"/>
              </a:rPr>
              <a:t> it and </a:t>
            </a:r>
            <a:r>
              <a:rPr b="1" lang="es"/>
              <a:t>format</a:t>
            </a:r>
            <a:r>
              <a:rPr b="0" i="0" lang="es" sz="1800" u="none" cap="none" strike="noStrike">
                <a:solidFill>
                  <a:srgbClr val="000000"/>
                </a:solidFill>
                <a:latin typeface="Helvetica Neue"/>
                <a:ea typeface="Helvetica Neue"/>
                <a:cs typeface="Helvetica Neue"/>
                <a:sym typeface="Helvetica Neue"/>
              </a:rPr>
              <a:t> it </a:t>
            </a:r>
            <a:endParaRPr/>
          </a:p>
          <a:p>
            <a:pPr indent="-114300" lvl="0" marL="88900" rtl="0" algn="l">
              <a:lnSpc>
                <a:spcPct val="90000"/>
              </a:lnSpc>
              <a:spcBef>
                <a:spcPts val="1700"/>
              </a:spcBef>
              <a:spcAft>
                <a:spcPts val="0"/>
              </a:spcAft>
              <a:buClr>
                <a:srgbClr val="000000"/>
              </a:buClr>
              <a:buSzPts val="1800"/>
              <a:buFont typeface="Helvetica Neue"/>
              <a:buAutoNum type="arabicPeriod"/>
            </a:pPr>
            <a:r>
              <a:rPr b="0" i="0" lang="es" sz="1800" u="none" cap="none" strike="noStrike">
                <a:solidFill>
                  <a:srgbClr val="000000"/>
                </a:solidFill>
                <a:latin typeface="Helvetica Neue"/>
                <a:ea typeface="Helvetica Neue"/>
                <a:cs typeface="Helvetica Neue"/>
                <a:sym typeface="Helvetica Neue"/>
              </a:rPr>
              <a:t>Generate the </a:t>
            </a:r>
            <a:r>
              <a:rPr b="1" lang="es"/>
              <a:t>graph</a:t>
            </a:r>
            <a:r>
              <a:rPr b="0" i="0" lang="es" sz="1800" u="none" cap="none" strike="noStrike">
                <a:solidFill>
                  <a:srgbClr val="000000"/>
                </a:solidFill>
                <a:latin typeface="Helvetica Neue"/>
                <a:ea typeface="Helvetica Neue"/>
                <a:cs typeface="Helvetica Neue"/>
                <a:sym typeface="Helvetica Neue"/>
              </a:rPr>
              <a:t> </a:t>
            </a:r>
            <a:endParaRPr/>
          </a:p>
          <a:p>
            <a:pPr indent="-114300" lvl="0" marL="88900" rtl="0" algn="l">
              <a:lnSpc>
                <a:spcPct val="90000"/>
              </a:lnSpc>
              <a:spcBef>
                <a:spcPts val="1700"/>
              </a:spcBef>
              <a:spcAft>
                <a:spcPts val="0"/>
              </a:spcAft>
              <a:buClr>
                <a:srgbClr val="000000"/>
              </a:buClr>
              <a:buSzPts val="1800"/>
              <a:buFont typeface="Helvetica Neue"/>
              <a:buAutoNum type="arabicPeriod"/>
            </a:pPr>
            <a:r>
              <a:rPr b="1" lang="es"/>
              <a:t>Query the graph</a:t>
            </a:r>
            <a:r>
              <a:rPr b="0" i="0" lang="es" sz="1800" u="none" cap="none" strike="noStrike">
                <a:solidFill>
                  <a:srgbClr val="000000"/>
                </a:solidFill>
                <a:latin typeface="Helvetica Neue"/>
                <a:ea typeface="Helvetica Neue"/>
                <a:cs typeface="Helvetica Neue"/>
                <a:sym typeface="Helvetica Neue"/>
              </a:rPr>
              <a:t> to answer the questions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45"/>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Building a Knowledge Graph</a:t>
            </a:r>
            <a:endParaRPr/>
          </a:p>
        </p:txBody>
      </p:sp>
      <p:sp>
        <p:nvSpPr>
          <p:cNvPr id="866" name="Google Shape;866;p45"/>
          <p:cNvSpPr txBox="1"/>
          <p:nvPr/>
        </p:nvSpPr>
        <p:spPr>
          <a:xfrm>
            <a:off x="41980" y="243752"/>
            <a:ext cx="4368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b="1" i="0" lang="es" sz="900" u="none" cap="none" strike="noStrike">
                <a:solidFill>
                  <a:srgbClr val="5E5E5E"/>
                </a:solidFill>
                <a:latin typeface="Helvetica Neue"/>
                <a:ea typeface="Helvetica Neue"/>
                <a:cs typeface="Helvetica Neue"/>
                <a:sym typeface="Helvetica Neue"/>
              </a:rPr>
              <a:t>1 and 2</a:t>
            </a:r>
            <a:endParaRPr sz="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46"/>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Building a Knowledge Graph</a:t>
            </a:r>
            <a:endParaRPr/>
          </a:p>
        </p:txBody>
      </p:sp>
      <p:sp>
        <p:nvSpPr>
          <p:cNvPr id="872" name="Google Shape;872;p46"/>
          <p:cNvSpPr txBox="1"/>
          <p:nvPr/>
        </p:nvSpPr>
        <p:spPr>
          <a:xfrm>
            <a:off x="41980" y="243752"/>
            <a:ext cx="4368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b="1" i="0" lang="es" sz="900" u="none" cap="none" strike="noStrike">
                <a:solidFill>
                  <a:srgbClr val="5E5E5E"/>
                </a:solidFill>
                <a:latin typeface="Helvetica Neue"/>
                <a:ea typeface="Helvetica Neue"/>
                <a:cs typeface="Helvetica Neue"/>
                <a:sym typeface="Helvetica Neue"/>
              </a:rPr>
              <a:t>1 and 2</a:t>
            </a:r>
            <a:endParaRPr sz="500"/>
          </a:p>
        </p:txBody>
      </p:sp>
      <p:sp>
        <p:nvSpPr>
          <p:cNvPr id="873" name="Google Shape;873;p46"/>
          <p:cNvSpPr txBox="1"/>
          <p:nvPr/>
        </p:nvSpPr>
        <p:spPr>
          <a:xfrm>
            <a:off x="586970" y="1670684"/>
            <a:ext cx="7970100" cy="17907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Helvetica Neue"/>
              <a:buNone/>
            </a:pPr>
            <a:r>
              <a:rPr b="1" i="0" lang="es" sz="2300" u="none" cap="none" strike="noStrike">
                <a:solidFill>
                  <a:srgbClr val="000000"/>
                </a:solidFill>
                <a:latin typeface="Helvetica Neue"/>
                <a:ea typeface="Helvetica Neue"/>
                <a:cs typeface="Helvetica Neue"/>
                <a:sym typeface="Helvetica Neue"/>
              </a:rPr>
              <a:t>Exercise</a:t>
            </a:r>
            <a:endParaRPr sz="500"/>
          </a:p>
          <a:p>
            <a:pPr indent="0" lvl="0" marL="0" marR="0" rtl="0" algn="l">
              <a:lnSpc>
                <a:spcPct val="90000"/>
              </a:lnSpc>
              <a:spcBef>
                <a:spcPts val="1700"/>
              </a:spcBef>
              <a:spcAft>
                <a:spcPts val="0"/>
              </a:spcAft>
              <a:buClr>
                <a:srgbClr val="000000"/>
              </a:buClr>
              <a:buSzPts val="1800"/>
              <a:buFont typeface="Helvetica Neue"/>
              <a:buNone/>
            </a:pPr>
            <a:r>
              <a:rPr b="0" i="0" lang="es" sz="1800" u="none" cap="none" strike="noStrike">
                <a:solidFill>
                  <a:srgbClr val="000000"/>
                </a:solidFill>
                <a:latin typeface="Helvetica Neue"/>
                <a:ea typeface="Helvetica Neue"/>
                <a:cs typeface="Helvetica Neue"/>
                <a:sym typeface="Helvetica Neue"/>
              </a:rPr>
              <a:t>Create a data model that allows us to answer the question:</a:t>
            </a:r>
            <a:endParaRPr sz="500"/>
          </a:p>
          <a:p>
            <a:pPr indent="0" lvl="0" marL="0" marR="0" rtl="0" algn="ctr">
              <a:lnSpc>
                <a:spcPct val="90000"/>
              </a:lnSpc>
              <a:spcBef>
                <a:spcPts val="1700"/>
              </a:spcBef>
              <a:spcAft>
                <a:spcPts val="0"/>
              </a:spcAft>
              <a:buClr>
                <a:srgbClr val="000000"/>
              </a:buClr>
              <a:buSzPts val="1800"/>
              <a:buFont typeface="Helvetica Neue"/>
              <a:buNone/>
            </a:pPr>
            <a:r>
              <a:rPr b="1" i="0" lang="es" sz="1800" u="none" cap="none" strike="noStrike">
                <a:solidFill>
                  <a:srgbClr val="000000"/>
                </a:solidFill>
                <a:latin typeface="Helvetica Neue"/>
                <a:ea typeface="Helvetica Neue"/>
                <a:cs typeface="Helvetica Neue"/>
                <a:sym typeface="Helvetica Neue"/>
              </a:rPr>
              <a:t>What drugs related to our disease of interest target some of the proteins identified in our experiment or relevant protein complexes and pathways?</a:t>
            </a:r>
            <a:endParaRPr sz="5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47"/>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Graph Databases</a:t>
            </a:r>
            <a:endParaRPr/>
          </a:p>
        </p:txBody>
      </p:sp>
      <p:sp>
        <p:nvSpPr>
          <p:cNvPr id="879" name="Google Shape;879;p47"/>
          <p:cNvSpPr txBox="1"/>
          <p:nvPr>
            <p:ph idx="2" type="body"/>
          </p:nvPr>
        </p:nvSpPr>
        <p:spPr>
          <a:xfrm>
            <a:off x="452438" y="1402547"/>
            <a:ext cx="8239200" cy="3286800"/>
          </a:xfrm>
          <a:prstGeom prst="rect">
            <a:avLst/>
          </a:prstGeom>
          <a:noFill/>
          <a:ln>
            <a:noFill/>
          </a:ln>
        </p:spPr>
        <p:txBody>
          <a:bodyPr anchorCtr="0" anchor="t" bIns="19050" lIns="19050" spcFirstLastPara="1" rIns="19050" wrap="square" tIns="19050">
            <a:normAutofit lnSpcReduction="20000"/>
          </a:bodyPr>
          <a:lstStyle/>
          <a:p>
            <a:pPr indent="-203200" lvl="0" marL="203200" rtl="0" algn="l">
              <a:lnSpc>
                <a:spcPct val="90000"/>
              </a:lnSpc>
              <a:spcBef>
                <a:spcPts val="0"/>
              </a:spcBef>
              <a:spcAft>
                <a:spcPts val="0"/>
              </a:spcAft>
              <a:buClr>
                <a:srgbClr val="000000"/>
              </a:buClr>
              <a:buSzPts val="2000"/>
              <a:buFont typeface="Helvetica Neue"/>
              <a:buChar char="●"/>
            </a:pPr>
            <a:r>
              <a:rPr lang="es" sz="1600"/>
              <a:t>Knowledge Graphs became popular in </a:t>
            </a:r>
            <a:r>
              <a:rPr b="1" lang="es"/>
              <a:t>2012</a:t>
            </a:r>
            <a:r>
              <a:rPr lang="es" sz="1600"/>
              <a:t> thanks to </a:t>
            </a:r>
            <a:r>
              <a:rPr b="1" lang="es"/>
              <a:t>Google</a:t>
            </a:r>
            <a:r>
              <a:rPr lang="es" sz="1600"/>
              <a:t> (proprietary graphs)</a:t>
            </a:r>
            <a:endParaRPr/>
          </a:p>
          <a:p>
            <a:pPr indent="-203200" lvl="0" marL="203200" rtl="0" algn="l">
              <a:lnSpc>
                <a:spcPct val="90000"/>
              </a:lnSpc>
              <a:spcBef>
                <a:spcPts val="1500"/>
              </a:spcBef>
              <a:spcAft>
                <a:spcPts val="0"/>
              </a:spcAft>
              <a:buClr>
                <a:srgbClr val="000000"/>
              </a:buClr>
              <a:buSzPts val="2000"/>
              <a:buFont typeface="Helvetica Neue"/>
              <a:buChar char="●"/>
            </a:pPr>
            <a:r>
              <a:rPr lang="es" sz="1600"/>
              <a:t>What made them accessible was the development of </a:t>
            </a:r>
            <a:r>
              <a:rPr b="1" lang="es"/>
              <a:t>open-source Graph Databases</a:t>
            </a:r>
            <a:endParaRPr b="1"/>
          </a:p>
          <a:p>
            <a:pPr indent="-203200" lvl="0" marL="203200" rtl="0" algn="l">
              <a:lnSpc>
                <a:spcPct val="90000"/>
              </a:lnSpc>
              <a:spcBef>
                <a:spcPts val="1500"/>
              </a:spcBef>
              <a:spcAft>
                <a:spcPts val="0"/>
              </a:spcAft>
              <a:buClr>
                <a:srgbClr val="000000"/>
              </a:buClr>
              <a:buSzPts val="2000"/>
              <a:buFont typeface="Helvetica Neue"/>
              <a:buChar char="●"/>
            </a:pPr>
            <a:r>
              <a:rPr lang="es" sz="1600"/>
              <a:t>Graph Databases are </a:t>
            </a:r>
            <a:r>
              <a:rPr b="1" lang="es"/>
              <a:t>NoSQL</a:t>
            </a:r>
            <a:r>
              <a:rPr lang="es" sz="1600"/>
              <a:t> databases that use </a:t>
            </a:r>
            <a:r>
              <a:rPr b="1" lang="es"/>
              <a:t>graph structures</a:t>
            </a:r>
            <a:r>
              <a:rPr lang="es" sz="1600"/>
              <a:t> to represent and store data</a:t>
            </a:r>
            <a:endParaRPr/>
          </a:p>
          <a:p>
            <a:pPr indent="-203200" lvl="0" marL="203200" rtl="0" algn="l">
              <a:lnSpc>
                <a:spcPct val="90000"/>
              </a:lnSpc>
              <a:spcBef>
                <a:spcPts val="1500"/>
              </a:spcBef>
              <a:spcAft>
                <a:spcPts val="0"/>
              </a:spcAft>
              <a:buClr>
                <a:srgbClr val="000000"/>
              </a:buClr>
              <a:buSzPts val="2000"/>
              <a:buFont typeface="Helvetica Neue"/>
              <a:buChar char="●"/>
            </a:pPr>
            <a:r>
              <a:rPr lang="es" sz="1600"/>
              <a:t>Data is represented as </a:t>
            </a:r>
            <a:r>
              <a:rPr b="1" lang="es"/>
              <a:t>Nodes</a:t>
            </a:r>
            <a:r>
              <a:rPr lang="es" sz="1600"/>
              <a:t>, </a:t>
            </a:r>
            <a:r>
              <a:rPr b="1" lang="es"/>
              <a:t>Relationships</a:t>
            </a:r>
            <a:r>
              <a:rPr lang="es" sz="1600"/>
              <a:t> and </a:t>
            </a:r>
            <a:r>
              <a:rPr b="1" lang="es"/>
              <a:t>properties</a:t>
            </a:r>
            <a:endParaRPr/>
          </a:p>
          <a:p>
            <a:pPr indent="-76200" lvl="0" marL="203200" rtl="0" algn="l">
              <a:lnSpc>
                <a:spcPct val="90000"/>
              </a:lnSpc>
              <a:spcBef>
                <a:spcPts val="1500"/>
              </a:spcBef>
              <a:spcAft>
                <a:spcPts val="0"/>
              </a:spcAft>
              <a:buClr>
                <a:srgbClr val="000000"/>
              </a:buClr>
              <a:buSzPts val="2000"/>
              <a:buFont typeface="Helvetica Neue"/>
              <a:buNone/>
            </a:pPr>
            <a:r>
              <a:t/>
            </a:r>
            <a:endParaRPr b="1"/>
          </a:p>
          <a:p>
            <a:pPr indent="-76200" lvl="0" marL="203200" rtl="0" algn="l">
              <a:lnSpc>
                <a:spcPct val="90000"/>
              </a:lnSpc>
              <a:spcBef>
                <a:spcPts val="1500"/>
              </a:spcBef>
              <a:spcAft>
                <a:spcPts val="0"/>
              </a:spcAft>
              <a:buClr>
                <a:srgbClr val="000000"/>
              </a:buClr>
              <a:buSzPts val="2000"/>
              <a:buFont typeface="Helvetica Neue"/>
              <a:buNone/>
            </a:pPr>
            <a:r>
              <a:t/>
            </a:r>
            <a:endParaRPr b="1"/>
          </a:p>
          <a:p>
            <a:pPr indent="-203200" lvl="0" marL="203200" rtl="0" algn="l">
              <a:lnSpc>
                <a:spcPct val="90000"/>
              </a:lnSpc>
              <a:spcBef>
                <a:spcPts val="1500"/>
              </a:spcBef>
              <a:spcAft>
                <a:spcPts val="0"/>
              </a:spcAft>
              <a:buClr>
                <a:srgbClr val="000000"/>
              </a:buClr>
              <a:buSzPts val="2000"/>
              <a:buFont typeface="Helvetica Neue"/>
              <a:buChar char="●"/>
            </a:pPr>
            <a:r>
              <a:rPr lang="es" sz="1600"/>
              <a:t>They use their own </a:t>
            </a:r>
            <a:r>
              <a:rPr b="1" lang="es"/>
              <a:t>querying languages</a:t>
            </a:r>
            <a:r>
              <a:rPr lang="es" sz="1600"/>
              <a:t>: </a:t>
            </a:r>
            <a:r>
              <a:rPr b="1" lang="es"/>
              <a:t>Cypher</a:t>
            </a:r>
            <a:r>
              <a:rPr lang="es" sz="1600"/>
              <a:t>, </a:t>
            </a:r>
            <a:r>
              <a:rPr b="1" lang="es"/>
              <a:t>SPARQL</a:t>
            </a:r>
            <a:r>
              <a:rPr lang="es" sz="1600"/>
              <a:t>, GraphQL, Gremlin, etc.</a:t>
            </a:r>
            <a:endParaRPr/>
          </a:p>
        </p:txBody>
      </p:sp>
      <p:sp>
        <p:nvSpPr>
          <p:cNvPr id="880" name="Google Shape;880;p47"/>
          <p:cNvSpPr txBox="1"/>
          <p:nvPr/>
        </p:nvSpPr>
        <p:spPr>
          <a:xfrm>
            <a:off x="6757754" y="4937127"/>
            <a:ext cx="23679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b="0" i="0" lang="es" sz="900" u="none" cap="none" strike="noStrike">
                <a:solidFill>
                  <a:srgbClr val="5E5E5E"/>
                </a:solidFill>
                <a:latin typeface="Helvetica Neue"/>
                <a:ea typeface="Helvetica Neue"/>
                <a:cs typeface="Helvetica Neue"/>
                <a:sym typeface="Helvetica Neue"/>
              </a:rPr>
              <a:t>https://en.wikipedia.org/wiki/Graph_database</a:t>
            </a:r>
            <a:endParaRPr sz="500"/>
          </a:p>
        </p:txBody>
      </p:sp>
      <p:grpSp>
        <p:nvGrpSpPr>
          <p:cNvPr id="881" name="Google Shape;881;p47"/>
          <p:cNvGrpSpPr/>
          <p:nvPr/>
        </p:nvGrpSpPr>
        <p:grpSpPr>
          <a:xfrm>
            <a:off x="3586787" y="3307884"/>
            <a:ext cx="1970513" cy="840996"/>
            <a:chOff x="0" y="0"/>
            <a:chExt cx="5254701" cy="2242656"/>
          </a:xfrm>
        </p:grpSpPr>
        <p:sp>
          <p:nvSpPr>
            <p:cNvPr id="882" name="Google Shape;882;p47"/>
            <p:cNvSpPr/>
            <p:nvPr/>
          </p:nvSpPr>
          <p:spPr>
            <a:xfrm>
              <a:off x="25554" y="434082"/>
              <a:ext cx="1269900" cy="12699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rPr b="0" i="0" lang="es" sz="1000" u="none" cap="none" strike="noStrike">
                  <a:solidFill>
                    <a:srgbClr val="FFFFFF"/>
                  </a:solidFill>
                  <a:latin typeface="Helvetica Neue"/>
                  <a:ea typeface="Helvetica Neue"/>
                  <a:cs typeface="Helvetica Neue"/>
                  <a:sym typeface="Helvetica Neue"/>
                </a:rPr>
                <a:t>node</a:t>
              </a:r>
              <a:endParaRPr sz="300"/>
            </a:p>
          </p:txBody>
        </p:sp>
        <p:cxnSp>
          <p:nvCxnSpPr>
            <p:cNvPr id="883" name="Google Shape;883;p47"/>
            <p:cNvCxnSpPr/>
            <p:nvPr/>
          </p:nvCxnSpPr>
          <p:spPr>
            <a:xfrm>
              <a:off x="1258714" y="1012764"/>
              <a:ext cx="2763000" cy="0"/>
            </a:xfrm>
            <a:prstGeom prst="straightConnector1">
              <a:avLst/>
            </a:prstGeom>
            <a:noFill/>
            <a:ln cap="flat" cmpd="sng" w="9525">
              <a:solidFill>
                <a:srgbClr val="000000"/>
              </a:solidFill>
              <a:prstDash val="solid"/>
              <a:miter lim="400000"/>
              <a:headEnd len="sm" w="sm" type="none"/>
              <a:tailEnd len="sm" w="sm" type="none"/>
            </a:ln>
          </p:spPr>
        </p:cxnSp>
        <p:sp>
          <p:nvSpPr>
            <p:cNvPr id="884" name="Google Shape;884;p47"/>
            <p:cNvSpPr txBox="1"/>
            <p:nvPr/>
          </p:nvSpPr>
          <p:spPr>
            <a:xfrm>
              <a:off x="1798320" y="987873"/>
              <a:ext cx="1683600" cy="4614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E5E5E"/>
                </a:buClr>
                <a:buSzPts val="900"/>
                <a:buFont typeface="Helvetica Neue"/>
                <a:buNone/>
              </a:pPr>
              <a:r>
                <a:rPr b="0" i="0" lang="es" sz="900" u="none" cap="none" strike="noStrike">
                  <a:solidFill>
                    <a:srgbClr val="5E5E5E"/>
                  </a:solidFill>
                  <a:latin typeface="Helvetica Neue"/>
                  <a:ea typeface="Helvetica Neue"/>
                  <a:cs typeface="Helvetica Neue"/>
                  <a:sym typeface="Helvetica Neue"/>
                </a:rPr>
                <a:t>relationship</a:t>
              </a:r>
              <a:endParaRPr sz="500"/>
            </a:p>
          </p:txBody>
        </p:sp>
        <p:sp>
          <p:nvSpPr>
            <p:cNvPr id="885" name="Google Shape;885;p47"/>
            <p:cNvSpPr/>
            <p:nvPr/>
          </p:nvSpPr>
          <p:spPr>
            <a:xfrm>
              <a:off x="3984801" y="377764"/>
              <a:ext cx="1269900" cy="12699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rPr b="0" i="0" lang="es" sz="1000" u="none" cap="none" strike="noStrike">
                  <a:solidFill>
                    <a:srgbClr val="FFFFFF"/>
                  </a:solidFill>
                  <a:latin typeface="Helvetica Neue"/>
                  <a:ea typeface="Helvetica Neue"/>
                  <a:cs typeface="Helvetica Neue"/>
                  <a:sym typeface="Helvetica Neue"/>
                </a:rPr>
                <a:t>node</a:t>
              </a:r>
              <a:endParaRPr sz="300"/>
            </a:p>
          </p:txBody>
        </p:sp>
        <p:sp>
          <p:nvSpPr>
            <p:cNvPr id="886" name="Google Shape;886;p47"/>
            <p:cNvSpPr txBox="1"/>
            <p:nvPr/>
          </p:nvSpPr>
          <p:spPr>
            <a:xfrm>
              <a:off x="321521" y="1831056"/>
              <a:ext cx="1117200" cy="4116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E5E5E"/>
                </a:buClr>
                <a:buSzPts val="800"/>
                <a:buFont typeface="Helvetica Neue"/>
                <a:buNone/>
              </a:pPr>
              <a:r>
                <a:rPr b="0" i="0" lang="es" sz="600" u="none" cap="none" strike="noStrike">
                  <a:solidFill>
                    <a:srgbClr val="5E5E5E"/>
                  </a:solidFill>
                  <a:latin typeface="Helvetica Neue"/>
                  <a:ea typeface="Helvetica Neue"/>
                  <a:cs typeface="Helvetica Neue"/>
                  <a:sym typeface="Helvetica Neue"/>
                </a:rPr>
                <a:t>property</a:t>
              </a:r>
              <a:endParaRPr sz="300"/>
            </a:p>
          </p:txBody>
        </p:sp>
        <p:cxnSp>
          <p:nvCxnSpPr>
            <p:cNvPr id="887" name="Google Shape;887;p47"/>
            <p:cNvCxnSpPr/>
            <p:nvPr/>
          </p:nvCxnSpPr>
          <p:spPr>
            <a:xfrm rot="10800000">
              <a:off x="118446" y="1256080"/>
              <a:ext cx="0" cy="787200"/>
            </a:xfrm>
            <a:prstGeom prst="straightConnector1">
              <a:avLst/>
            </a:prstGeom>
            <a:noFill/>
            <a:ln cap="flat" cmpd="sng" w="14300">
              <a:solidFill>
                <a:srgbClr val="004C7F"/>
              </a:solidFill>
              <a:prstDash val="solid"/>
              <a:miter lim="400000"/>
              <a:headEnd len="sm" w="sm" type="none"/>
              <a:tailEnd len="sm" w="sm" type="none"/>
            </a:ln>
          </p:spPr>
        </p:cxnSp>
        <p:sp>
          <p:nvSpPr>
            <p:cNvPr id="888" name="Google Shape;888;p47"/>
            <p:cNvSpPr/>
            <p:nvPr/>
          </p:nvSpPr>
          <p:spPr>
            <a:xfrm>
              <a:off x="0" y="1918427"/>
              <a:ext cx="237000" cy="237000"/>
            </a:xfrm>
            <a:prstGeom prst="ellipse">
              <a:avLst/>
            </a:prstGeom>
            <a:solidFill>
              <a:srgbClr val="004C7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nvGrpSpPr>
            <p:cNvPr id="889" name="Google Shape;889;p47"/>
            <p:cNvGrpSpPr/>
            <p:nvPr/>
          </p:nvGrpSpPr>
          <p:grpSpPr>
            <a:xfrm rot="10800000">
              <a:off x="1628882" y="120396"/>
              <a:ext cx="237000" cy="899347"/>
              <a:chOff x="0" y="-109"/>
              <a:chExt cx="237000" cy="899347"/>
            </a:xfrm>
          </p:grpSpPr>
          <p:cxnSp>
            <p:nvCxnSpPr>
              <p:cNvPr id="890" name="Google Shape;890;p47"/>
              <p:cNvCxnSpPr/>
              <p:nvPr/>
            </p:nvCxnSpPr>
            <p:spPr>
              <a:xfrm rot="10800000">
                <a:off x="118445" y="-109"/>
                <a:ext cx="0" cy="787200"/>
              </a:xfrm>
              <a:prstGeom prst="straightConnector1">
                <a:avLst/>
              </a:prstGeom>
              <a:noFill/>
              <a:ln cap="flat" cmpd="sng" w="14300">
                <a:solidFill>
                  <a:srgbClr val="004C7F"/>
                </a:solidFill>
                <a:prstDash val="solid"/>
                <a:miter lim="400000"/>
                <a:headEnd len="sm" w="sm" type="none"/>
                <a:tailEnd len="sm" w="sm" type="none"/>
              </a:ln>
            </p:spPr>
          </p:cxnSp>
          <p:sp>
            <p:nvSpPr>
              <p:cNvPr id="891" name="Google Shape;891;p47"/>
              <p:cNvSpPr/>
              <p:nvPr/>
            </p:nvSpPr>
            <p:spPr>
              <a:xfrm>
                <a:off x="0" y="662238"/>
                <a:ext cx="237000" cy="237000"/>
              </a:xfrm>
              <a:prstGeom prst="ellipse">
                <a:avLst/>
              </a:prstGeom>
              <a:solidFill>
                <a:srgbClr val="004C7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892" name="Google Shape;892;p47"/>
            <p:cNvSpPr txBox="1"/>
            <p:nvPr/>
          </p:nvSpPr>
          <p:spPr>
            <a:xfrm>
              <a:off x="1947052" y="0"/>
              <a:ext cx="1117200" cy="4116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E5E5E"/>
                </a:buClr>
                <a:buSzPts val="800"/>
                <a:buFont typeface="Helvetica Neue"/>
                <a:buNone/>
              </a:pPr>
              <a:r>
                <a:rPr b="0" i="0" lang="es" sz="600" u="none" cap="none" strike="noStrike">
                  <a:solidFill>
                    <a:srgbClr val="5E5E5E"/>
                  </a:solidFill>
                  <a:latin typeface="Helvetica Neue"/>
                  <a:ea typeface="Helvetica Neue"/>
                  <a:cs typeface="Helvetica Neue"/>
                  <a:sym typeface="Helvetica Neue"/>
                </a:rPr>
                <a:t>property</a:t>
              </a:r>
              <a:endParaRPr sz="3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48"/>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Graph Data Models</a:t>
            </a:r>
            <a:endParaRPr/>
          </a:p>
        </p:txBody>
      </p:sp>
      <p:sp>
        <p:nvSpPr>
          <p:cNvPr id="898" name="Google Shape;898;p48"/>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p>
            <a:pPr indent="0" lvl="0" marL="0" marR="0" rtl="0" algn="l">
              <a:lnSpc>
                <a:spcPct val="100000"/>
              </a:lnSpc>
              <a:spcBef>
                <a:spcPts val="0"/>
              </a:spcBef>
              <a:spcAft>
                <a:spcPts val="0"/>
              </a:spcAft>
              <a:buClr>
                <a:srgbClr val="929292"/>
              </a:buClr>
              <a:buSzPts val="1500"/>
              <a:buFont typeface="Helvetica Neue"/>
              <a:buNone/>
            </a:pPr>
            <a:r>
              <a:rPr lang="es" sz="1500">
                <a:solidFill>
                  <a:srgbClr val="929292"/>
                </a:solidFill>
              </a:rPr>
              <a:t>Semantics vs Programmers</a:t>
            </a:r>
            <a:endParaRPr/>
          </a:p>
        </p:txBody>
      </p:sp>
      <p:sp>
        <p:nvSpPr>
          <p:cNvPr id="899" name="Google Shape;899;p48"/>
          <p:cNvSpPr txBox="1"/>
          <p:nvPr>
            <p:ph idx="2" type="body"/>
          </p:nvPr>
        </p:nvSpPr>
        <p:spPr>
          <a:xfrm>
            <a:off x="452438" y="1348506"/>
            <a:ext cx="8239200" cy="3460200"/>
          </a:xfrm>
          <a:prstGeom prst="rect">
            <a:avLst/>
          </a:prstGeom>
          <a:noFill/>
          <a:ln>
            <a:noFill/>
          </a:ln>
        </p:spPr>
        <p:txBody>
          <a:bodyPr anchorCtr="0" anchor="t" bIns="19050" lIns="19050" spcFirstLastPara="1" rIns="19050" wrap="square" tIns="19050">
            <a:normAutofit lnSpcReduction="20000"/>
          </a:bodyPr>
          <a:lstStyle/>
          <a:p>
            <a:pPr indent="0" lvl="0" marL="0" rtl="0" algn="l">
              <a:lnSpc>
                <a:spcPct val="90000"/>
              </a:lnSpc>
              <a:spcBef>
                <a:spcPts val="0"/>
              </a:spcBef>
              <a:spcAft>
                <a:spcPts val="0"/>
              </a:spcAft>
              <a:buClr>
                <a:srgbClr val="000000"/>
              </a:buClr>
              <a:buSzPts val="1500"/>
              <a:buFont typeface="Helvetica Neue"/>
              <a:buNone/>
            </a:pPr>
            <a:r>
              <a:rPr b="1" lang="es" sz="1500"/>
              <a:t>Semantic Graphs or Triple-stores</a:t>
            </a:r>
            <a:endParaRPr/>
          </a:p>
          <a:p>
            <a:pPr indent="-114300" lvl="1" marL="215900" rtl="0" algn="l">
              <a:lnSpc>
                <a:spcPct val="90000"/>
              </a:lnSpc>
              <a:spcBef>
                <a:spcPts val="800"/>
              </a:spcBef>
              <a:spcAft>
                <a:spcPts val="0"/>
              </a:spcAft>
              <a:buClr>
                <a:srgbClr val="000000"/>
              </a:buClr>
              <a:buSzPts val="1400"/>
              <a:buFont typeface="Helvetica Neue"/>
              <a:buChar char="○"/>
            </a:pPr>
            <a:r>
              <a:rPr lang="es" sz="1200"/>
              <a:t>The network represents </a:t>
            </a:r>
            <a:r>
              <a:rPr b="1" lang="es"/>
              <a:t>meaning</a:t>
            </a:r>
            <a:r>
              <a:rPr lang="es" sz="1200"/>
              <a:t> through semantic relationships, which simplifies </a:t>
            </a:r>
            <a:r>
              <a:rPr b="1" lang="es"/>
              <a:t>reasoning</a:t>
            </a:r>
            <a:r>
              <a:rPr lang="es" sz="1200"/>
              <a:t> </a:t>
            </a:r>
            <a:endParaRPr/>
          </a:p>
          <a:p>
            <a:pPr indent="-114300" lvl="1" marL="215900" rtl="0" algn="l">
              <a:lnSpc>
                <a:spcPct val="90000"/>
              </a:lnSpc>
              <a:spcBef>
                <a:spcPts val="800"/>
              </a:spcBef>
              <a:spcAft>
                <a:spcPts val="0"/>
              </a:spcAft>
              <a:buClr>
                <a:srgbClr val="000000"/>
              </a:buClr>
              <a:buSzPts val="1400"/>
              <a:buFont typeface="Helvetica Neue"/>
              <a:buChar char="○"/>
            </a:pPr>
            <a:r>
              <a:rPr lang="es" sz="1200"/>
              <a:t>Follows the </a:t>
            </a:r>
            <a:r>
              <a:rPr b="1" lang="es"/>
              <a:t>Resource Description Framework (RDF)</a:t>
            </a:r>
            <a:r>
              <a:rPr lang="es" sz="1200"/>
              <a:t> data model</a:t>
            </a:r>
            <a:endParaRPr/>
          </a:p>
          <a:p>
            <a:pPr indent="76200" lvl="1" marL="0" rtl="0" algn="ctr">
              <a:lnSpc>
                <a:spcPct val="90000"/>
              </a:lnSpc>
              <a:spcBef>
                <a:spcPts val="800"/>
              </a:spcBef>
              <a:spcAft>
                <a:spcPts val="0"/>
              </a:spcAft>
              <a:buClr>
                <a:srgbClr val="000000"/>
              </a:buClr>
              <a:buSzPts val="1200"/>
              <a:buFont typeface="Helvetica Neue"/>
              <a:buNone/>
            </a:pPr>
            <a:r>
              <a:t/>
            </a:r>
            <a:endParaRPr sz="1200"/>
          </a:p>
          <a:p>
            <a:pPr indent="-114300" lvl="1" marL="215900" rtl="0" algn="l">
              <a:lnSpc>
                <a:spcPct val="90000"/>
              </a:lnSpc>
              <a:spcBef>
                <a:spcPts val="800"/>
              </a:spcBef>
              <a:spcAft>
                <a:spcPts val="0"/>
              </a:spcAft>
              <a:buClr>
                <a:srgbClr val="000000"/>
              </a:buClr>
              <a:buSzPts val="1400"/>
              <a:buFont typeface="Helvetica Neue"/>
              <a:buChar char="○"/>
            </a:pPr>
            <a:r>
              <a:rPr b="1" lang="es"/>
              <a:t>Properties</a:t>
            </a:r>
            <a:r>
              <a:rPr lang="es" sz="1200"/>
              <a:t> need to be represented as </a:t>
            </a:r>
            <a:r>
              <a:rPr b="1" lang="es"/>
              <a:t>nodes</a:t>
            </a:r>
            <a:endParaRPr b="1"/>
          </a:p>
          <a:p>
            <a:pPr indent="-114300" lvl="1" marL="215900" rtl="0" algn="l">
              <a:lnSpc>
                <a:spcPct val="90000"/>
              </a:lnSpc>
              <a:spcBef>
                <a:spcPts val="800"/>
              </a:spcBef>
              <a:spcAft>
                <a:spcPts val="0"/>
              </a:spcAft>
              <a:buClr>
                <a:srgbClr val="000000"/>
              </a:buClr>
              <a:buSzPts val="1400"/>
              <a:buFont typeface="Helvetica Neue"/>
              <a:buChar char="○"/>
            </a:pPr>
            <a:r>
              <a:rPr lang="es" sz="1200"/>
              <a:t>Allows </a:t>
            </a:r>
            <a:r>
              <a:rPr b="1" lang="es"/>
              <a:t>n-array relationships </a:t>
            </a:r>
            <a:r>
              <a:rPr lang="es" sz="1200"/>
              <a:t>—&gt;</a:t>
            </a:r>
            <a:r>
              <a:rPr b="1" lang="es"/>
              <a:t> </a:t>
            </a:r>
            <a:endParaRPr b="1"/>
          </a:p>
          <a:p>
            <a:pPr indent="0" lvl="1" marL="215900" rtl="0" algn="l">
              <a:lnSpc>
                <a:spcPct val="90000"/>
              </a:lnSpc>
              <a:spcBef>
                <a:spcPts val="800"/>
              </a:spcBef>
              <a:spcAft>
                <a:spcPts val="0"/>
              </a:spcAft>
              <a:buClr>
                <a:srgbClr val="000000"/>
              </a:buClr>
              <a:buSzPts val="2200"/>
              <a:buFont typeface="Helvetica Neue"/>
              <a:buNone/>
            </a:pPr>
            <a:r>
              <a:t/>
            </a:r>
            <a:endParaRPr b="1"/>
          </a:p>
          <a:p>
            <a:pPr indent="-114300" lvl="1" marL="215900" rtl="0" algn="l">
              <a:lnSpc>
                <a:spcPct val="90000"/>
              </a:lnSpc>
              <a:spcBef>
                <a:spcPts val="800"/>
              </a:spcBef>
              <a:spcAft>
                <a:spcPts val="0"/>
              </a:spcAft>
              <a:buClr>
                <a:srgbClr val="000000"/>
              </a:buClr>
              <a:buSzPts val="1400"/>
              <a:buFont typeface="Helvetica Neue"/>
              <a:buChar char="○"/>
            </a:pPr>
            <a:r>
              <a:rPr lang="es" sz="1200"/>
              <a:t>Uses </a:t>
            </a:r>
            <a:r>
              <a:rPr b="1" lang="es"/>
              <a:t>Uniform Resource Identifiers (URIs) </a:t>
            </a:r>
            <a:r>
              <a:rPr lang="es" sz="1200"/>
              <a:t>to identify concepts</a:t>
            </a:r>
            <a:endParaRPr/>
          </a:p>
          <a:p>
            <a:pPr indent="-114300" lvl="1" marL="215900" rtl="0" algn="l">
              <a:lnSpc>
                <a:spcPct val="90000"/>
              </a:lnSpc>
              <a:spcBef>
                <a:spcPts val="800"/>
              </a:spcBef>
              <a:spcAft>
                <a:spcPts val="0"/>
              </a:spcAft>
              <a:buClr>
                <a:srgbClr val="000000"/>
              </a:buClr>
              <a:buSzPts val="1400"/>
              <a:buFont typeface="Helvetica Neue"/>
              <a:buChar char="○"/>
            </a:pPr>
            <a:r>
              <a:rPr lang="es" sz="1200"/>
              <a:t>Used for </a:t>
            </a:r>
            <a:r>
              <a:rPr b="1" lang="es"/>
              <a:t>Ontologies </a:t>
            </a:r>
            <a:r>
              <a:rPr lang="es" sz="1200"/>
              <a:t>—&gt;</a:t>
            </a:r>
            <a:r>
              <a:rPr b="1" lang="es"/>
              <a:t> </a:t>
            </a:r>
            <a:r>
              <a:rPr lang="es" sz="1200"/>
              <a:t>cancer — is_a — disease</a:t>
            </a:r>
            <a:endParaRPr/>
          </a:p>
          <a:p>
            <a:pPr indent="-114300" lvl="1" marL="215900" rtl="0" algn="l">
              <a:lnSpc>
                <a:spcPct val="90000"/>
              </a:lnSpc>
              <a:spcBef>
                <a:spcPts val="800"/>
              </a:spcBef>
              <a:spcAft>
                <a:spcPts val="0"/>
              </a:spcAft>
              <a:buClr>
                <a:srgbClr val="000000"/>
              </a:buClr>
              <a:buSzPts val="1400"/>
              <a:buFont typeface="Helvetica Neue"/>
              <a:buChar char="○"/>
            </a:pPr>
            <a:r>
              <a:rPr lang="es" sz="1200"/>
              <a:t>The </a:t>
            </a:r>
            <a:r>
              <a:rPr b="1" lang="es"/>
              <a:t>query language</a:t>
            </a:r>
            <a:r>
              <a:rPr lang="es" sz="1200"/>
              <a:t> used is </a:t>
            </a:r>
            <a:r>
              <a:rPr b="1" lang="es"/>
              <a:t>SPARQL</a:t>
            </a:r>
            <a:r>
              <a:rPr lang="es" sz="1200"/>
              <a:t> </a:t>
            </a:r>
            <a:endParaRPr/>
          </a:p>
          <a:p>
            <a:pPr indent="-114300" lvl="1" marL="215900" rtl="0" algn="l">
              <a:lnSpc>
                <a:spcPct val="90000"/>
              </a:lnSpc>
              <a:spcBef>
                <a:spcPts val="800"/>
              </a:spcBef>
              <a:spcAft>
                <a:spcPts val="0"/>
              </a:spcAft>
              <a:buClr>
                <a:srgbClr val="000000"/>
              </a:buClr>
              <a:buSzPts val="1400"/>
              <a:buFont typeface="Helvetica Neue"/>
              <a:buChar char="○"/>
            </a:pPr>
            <a:r>
              <a:rPr lang="es" sz="1200"/>
              <a:t>Vendors (I know):</a:t>
            </a:r>
            <a:endParaRPr/>
          </a:p>
          <a:p>
            <a:pPr indent="-101600" lvl="2" marL="317500" rtl="0" algn="l">
              <a:lnSpc>
                <a:spcPct val="90000"/>
              </a:lnSpc>
              <a:spcBef>
                <a:spcPts val="800"/>
              </a:spcBef>
              <a:spcAft>
                <a:spcPts val="0"/>
              </a:spcAft>
              <a:buClr>
                <a:srgbClr val="000000"/>
              </a:buClr>
              <a:buSzPts val="1400"/>
              <a:buFont typeface="Helvetica Neue"/>
              <a:buChar char="■"/>
            </a:pPr>
            <a:r>
              <a:rPr lang="es" sz="1200"/>
              <a:t>STARDOG (https://www.stardog.com/)</a:t>
            </a:r>
            <a:endParaRPr/>
          </a:p>
          <a:p>
            <a:pPr indent="-101600" lvl="2" marL="317500" rtl="0" algn="l">
              <a:lnSpc>
                <a:spcPct val="90000"/>
              </a:lnSpc>
              <a:spcBef>
                <a:spcPts val="800"/>
              </a:spcBef>
              <a:spcAft>
                <a:spcPts val="0"/>
              </a:spcAft>
              <a:buClr>
                <a:srgbClr val="000000"/>
              </a:buClr>
              <a:buSzPts val="1400"/>
              <a:buFont typeface="Helvetica Neue"/>
              <a:buChar char="■"/>
            </a:pPr>
            <a:r>
              <a:rPr lang="es" sz="1200"/>
              <a:t>PoolParty (https://www.poolparty.biz/)</a:t>
            </a:r>
            <a:endParaRPr/>
          </a:p>
        </p:txBody>
      </p:sp>
      <p:grpSp>
        <p:nvGrpSpPr>
          <p:cNvPr id="900" name="Google Shape;900;p48"/>
          <p:cNvGrpSpPr/>
          <p:nvPr/>
        </p:nvGrpSpPr>
        <p:grpSpPr>
          <a:xfrm>
            <a:off x="6819428" y="3159637"/>
            <a:ext cx="1998773" cy="931641"/>
            <a:chOff x="499836" y="230682"/>
            <a:chExt cx="5330061" cy="2484377"/>
          </a:xfrm>
        </p:grpSpPr>
        <p:sp>
          <p:nvSpPr>
            <p:cNvPr id="901" name="Google Shape;901;p48"/>
            <p:cNvSpPr/>
            <p:nvPr/>
          </p:nvSpPr>
          <p:spPr>
            <a:xfrm>
              <a:off x="499836" y="1033681"/>
              <a:ext cx="396300" cy="3963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cxnSp>
          <p:nvCxnSpPr>
            <p:cNvPr id="902" name="Google Shape;902;p48"/>
            <p:cNvCxnSpPr/>
            <p:nvPr/>
          </p:nvCxnSpPr>
          <p:spPr>
            <a:xfrm>
              <a:off x="872801" y="1231837"/>
              <a:ext cx="3585300" cy="0"/>
            </a:xfrm>
            <a:prstGeom prst="straightConnector1">
              <a:avLst/>
            </a:prstGeom>
            <a:noFill/>
            <a:ln cap="flat" cmpd="sng" w="9525">
              <a:solidFill>
                <a:srgbClr val="000000"/>
              </a:solidFill>
              <a:prstDash val="solid"/>
              <a:miter lim="400000"/>
              <a:headEnd len="sm" w="sm" type="none"/>
              <a:tailEnd len="sm" w="sm" type="none"/>
            </a:ln>
          </p:spPr>
        </p:cxnSp>
        <p:sp>
          <p:nvSpPr>
            <p:cNvPr id="903" name="Google Shape;903;p48"/>
            <p:cNvSpPr/>
            <p:nvPr/>
          </p:nvSpPr>
          <p:spPr>
            <a:xfrm>
              <a:off x="4361841" y="1033681"/>
              <a:ext cx="396300" cy="3963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904" name="Google Shape;904;p48"/>
            <p:cNvSpPr/>
            <p:nvPr/>
          </p:nvSpPr>
          <p:spPr>
            <a:xfrm>
              <a:off x="2467308" y="417100"/>
              <a:ext cx="396300" cy="3963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cxnSp>
          <p:nvCxnSpPr>
            <p:cNvPr id="905" name="Google Shape;905;p48"/>
            <p:cNvCxnSpPr/>
            <p:nvPr/>
          </p:nvCxnSpPr>
          <p:spPr>
            <a:xfrm>
              <a:off x="697992" y="884631"/>
              <a:ext cx="1269900" cy="1269900"/>
            </a:xfrm>
            <a:prstGeom prst="straightConnector1">
              <a:avLst/>
            </a:prstGeom>
            <a:noFill/>
            <a:ln>
              <a:noFill/>
            </a:ln>
          </p:spPr>
        </p:cxnSp>
        <p:cxnSp>
          <p:nvCxnSpPr>
            <p:cNvPr id="906" name="Google Shape;906;p48"/>
            <p:cNvCxnSpPr/>
            <p:nvPr/>
          </p:nvCxnSpPr>
          <p:spPr>
            <a:xfrm>
              <a:off x="4559997" y="884631"/>
              <a:ext cx="1269900" cy="1269900"/>
            </a:xfrm>
            <a:prstGeom prst="straightConnector1">
              <a:avLst/>
            </a:prstGeom>
            <a:noFill/>
            <a:ln>
              <a:noFill/>
            </a:ln>
          </p:spPr>
        </p:cxnSp>
        <p:cxnSp>
          <p:nvCxnSpPr>
            <p:cNvPr id="907" name="Google Shape;907;p48"/>
            <p:cNvCxnSpPr/>
            <p:nvPr/>
          </p:nvCxnSpPr>
          <p:spPr>
            <a:xfrm>
              <a:off x="2628994" y="1445159"/>
              <a:ext cx="1269900" cy="1269900"/>
            </a:xfrm>
            <a:prstGeom prst="straightConnector1">
              <a:avLst/>
            </a:prstGeom>
            <a:noFill/>
            <a:ln>
              <a:noFill/>
            </a:ln>
          </p:spPr>
        </p:cxnSp>
        <p:cxnSp>
          <p:nvCxnSpPr>
            <p:cNvPr id="908" name="Google Shape;908;p48"/>
            <p:cNvCxnSpPr/>
            <p:nvPr/>
          </p:nvCxnSpPr>
          <p:spPr>
            <a:xfrm>
              <a:off x="2665464" y="230682"/>
              <a:ext cx="1269900" cy="1269900"/>
            </a:xfrm>
            <a:prstGeom prst="straightConnector1">
              <a:avLst/>
            </a:prstGeom>
            <a:noFill/>
            <a:ln>
              <a:noFill/>
            </a:ln>
          </p:spPr>
        </p:cxnSp>
        <p:cxnSp>
          <p:nvCxnSpPr>
            <p:cNvPr id="909" name="Google Shape;909;p48"/>
            <p:cNvCxnSpPr/>
            <p:nvPr/>
          </p:nvCxnSpPr>
          <p:spPr>
            <a:xfrm rot="10800000">
              <a:off x="2653664" y="724064"/>
              <a:ext cx="0" cy="493800"/>
            </a:xfrm>
            <a:prstGeom prst="straightConnector1">
              <a:avLst/>
            </a:prstGeom>
            <a:noFill/>
            <a:ln cap="flat" cmpd="sng" w="9525">
              <a:solidFill>
                <a:srgbClr val="000000"/>
              </a:solidFill>
              <a:prstDash val="solid"/>
              <a:miter lim="400000"/>
              <a:headEnd len="sm" w="sm" type="none"/>
              <a:tailEnd len="sm" w="sm" type="none"/>
            </a:ln>
          </p:spPr>
        </p:cxnSp>
        <p:sp>
          <p:nvSpPr>
            <p:cNvPr id="910" name="Google Shape;910;p48"/>
            <p:cNvSpPr/>
            <p:nvPr/>
          </p:nvSpPr>
          <p:spPr>
            <a:xfrm>
              <a:off x="2382654" y="970913"/>
              <a:ext cx="1338390" cy="0"/>
            </a:xfrm>
            <a:custGeom>
              <a:rect b="b" l="l" r="r" t="t"/>
              <a:pathLst>
                <a:path extrusionOk="0" h="120000" w="21600">
                  <a:moveTo>
                    <a:pt x="0" y="0"/>
                  </a:moveTo>
                  <a:lnTo>
                    <a:pt x="21600" y="0"/>
                  </a:lnTo>
                  <a:lnTo>
                    <a:pt x="21600" y="0"/>
                  </a:lnTo>
                  <a:lnTo>
                    <a:pt x="0" y="0"/>
                  </a:lnTo>
                  <a:close/>
                </a:path>
              </a:pathLst>
            </a:cu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E5E5E"/>
                </a:buClr>
                <a:buSzPts val="900"/>
                <a:buFont typeface="Helvetica Neue"/>
                <a:buNone/>
              </a:pPr>
              <a:r>
                <a:rPr b="0" i="0" lang="es" sz="900" u="none" cap="none" strike="noStrike">
                  <a:solidFill>
                    <a:srgbClr val="5E5E5E"/>
                  </a:solidFill>
                  <a:latin typeface="Helvetica Neue"/>
                  <a:ea typeface="Helvetica Neue"/>
                  <a:cs typeface="Helvetica Neue"/>
                  <a:sym typeface="Helvetica Neue"/>
                </a:rPr>
                <a:t>:item</a:t>
              </a:r>
              <a:endParaRPr sz="500"/>
            </a:p>
          </p:txBody>
        </p:sp>
      </p:grpSp>
      <p:pic>
        <p:nvPicPr>
          <p:cNvPr descr="Imagen" id="911" name="Google Shape;911;p48"/>
          <p:cNvPicPr preferRelativeResize="0"/>
          <p:nvPr/>
        </p:nvPicPr>
        <p:blipFill rotWithShape="1">
          <a:blip r:embed="rId3">
            <a:alphaModFix/>
          </a:blip>
          <a:srcRect b="0" l="0" r="0" t="0"/>
          <a:stretch/>
        </p:blipFill>
        <p:spPr>
          <a:xfrm>
            <a:off x="6442467" y="4521"/>
            <a:ext cx="2203804" cy="1486287"/>
          </a:xfrm>
          <a:prstGeom prst="rect">
            <a:avLst/>
          </a:prstGeom>
          <a:noFill/>
          <a:ln>
            <a:noFill/>
          </a:ln>
        </p:spPr>
      </p:pic>
      <p:grpSp>
        <p:nvGrpSpPr>
          <p:cNvPr id="912" name="Google Shape;912;p48"/>
          <p:cNvGrpSpPr/>
          <p:nvPr/>
        </p:nvGrpSpPr>
        <p:grpSpPr>
          <a:xfrm>
            <a:off x="6800854" y="2580810"/>
            <a:ext cx="1596864" cy="148613"/>
            <a:chOff x="0" y="0"/>
            <a:chExt cx="4258304" cy="396300"/>
          </a:xfrm>
        </p:grpSpPr>
        <p:sp>
          <p:nvSpPr>
            <p:cNvPr id="913" name="Google Shape;913;p48"/>
            <p:cNvSpPr/>
            <p:nvPr/>
          </p:nvSpPr>
          <p:spPr>
            <a:xfrm>
              <a:off x="0" y="0"/>
              <a:ext cx="396300" cy="3963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cxnSp>
          <p:nvCxnSpPr>
            <p:cNvPr id="914" name="Google Shape;914;p48"/>
            <p:cNvCxnSpPr/>
            <p:nvPr/>
          </p:nvCxnSpPr>
          <p:spPr>
            <a:xfrm>
              <a:off x="372965" y="198155"/>
              <a:ext cx="3585300" cy="0"/>
            </a:xfrm>
            <a:prstGeom prst="straightConnector1">
              <a:avLst/>
            </a:prstGeom>
            <a:noFill/>
            <a:ln cap="flat" cmpd="sng" w="9525">
              <a:solidFill>
                <a:srgbClr val="000000"/>
              </a:solidFill>
              <a:prstDash val="solid"/>
              <a:miter lim="400000"/>
              <a:headEnd len="sm" w="sm" type="none"/>
              <a:tailEnd len="sm" w="sm" type="none"/>
            </a:ln>
          </p:spPr>
        </p:cxnSp>
        <p:sp>
          <p:nvSpPr>
            <p:cNvPr id="915" name="Google Shape;915;p48"/>
            <p:cNvSpPr/>
            <p:nvPr/>
          </p:nvSpPr>
          <p:spPr>
            <a:xfrm>
              <a:off x="3862004" y="0"/>
              <a:ext cx="396300" cy="3963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916" name="Google Shape;916;p48"/>
          <p:cNvSpPr txBox="1"/>
          <p:nvPr/>
        </p:nvSpPr>
        <p:spPr>
          <a:xfrm>
            <a:off x="6522149" y="2715623"/>
            <a:ext cx="2017800" cy="343200"/>
          </a:xfrm>
          <a:prstGeom prst="rect">
            <a:avLst/>
          </a:prstGeom>
          <a:noFill/>
          <a:ln>
            <a:noFill/>
          </a:ln>
        </p:spPr>
        <p:txBody>
          <a:bodyPr anchorCtr="0" anchor="ctr" bIns="19050" lIns="19050" spcFirstLastPara="1" rIns="19050" wrap="square" tIns="19050">
            <a:spAutoFit/>
          </a:bodyPr>
          <a:lstStyle/>
          <a:p>
            <a:pPr indent="177800" lvl="1" marL="0" marR="0" rtl="0" algn="l">
              <a:lnSpc>
                <a:spcPct val="90000"/>
              </a:lnSpc>
              <a:spcBef>
                <a:spcPts val="0"/>
              </a:spcBef>
              <a:spcAft>
                <a:spcPts val="0"/>
              </a:spcAft>
              <a:buClr>
                <a:srgbClr val="000000"/>
              </a:buClr>
              <a:buSzPts val="1100"/>
              <a:buFont typeface="Helvetica Neue"/>
              <a:buNone/>
            </a:pPr>
            <a:r>
              <a:rPr b="0" i="0" lang="es" sz="1100" u="none" cap="none" strike="noStrike">
                <a:solidFill>
                  <a:srgbClr val="000000"/>
                </a:solidFill>
                <a:latin typeface="Helvetica Neue"/>
                <a:ea typeface="Helvetica Neue"/>
                <a:cs typeface="Helvetica Neue"/>
                <a:sym typeface="Helvetica Neue"/>
              </a:rPr>
              <a:t>subject —predicate — object</a:t>
            </a:r>
            <a:endParaRPr sz="5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49"/>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Graph Data Models</a:t>
            </a:r>
            <a:endParaRPr/>
          </a:p>
        </p:txBody>
      </p:sp>
      <p:sp>
        <p:nvSpPr>
          <p:cNvPr id="922" name="Google Shape;922;p49"/>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a:bodyPr>
          <a:lstStyle/>
          <a:p>
            <a:pPr indent="0" lvl="0" marL="0" marR="0" rtl="0" algn="l">
              <a:lnSpc>
                <a:spcPct val="100000"/>
              </a:lnSpc>
              <a:spcBef>
                <a:spcPts val="0"/>
              </a:spcBef>
              <a:spcAft>
                <a:spcPts val="0"/>
              </a:spcAft>
              <a:buClr>
                <a:srgbClr val="929292"/>
              </a:buClr>
              <a:buSzPts val="1500"/>
              <a:buFont typeface="Helvetica Neue"/>
              <a:buNone/>
            </a:pPr>
            <a:r>
              <a:rPr lang="es" sz="1500">
                <a:solidFill>
                  <a:srgbClr val="929292"/>
                </a:solidFill>
              </a:rPr>
              <a:t>Semantics vs Programmers</a:t>
            </a:r>
            <a:endParaRPr/>
          </a:p>
        </p:txBody>
      </p:sp>
      <p:sp>
        <p:nvSpPr>
          <p:cNvPr id="923" name="Google Shape;923;p49"/>
          <p:cNvSpPr txBox="1"/>
          <p:nvPr>
            <p:ph idx="2" type="body"/>
          </p:nvPr>
        </p:nvSpPr>
        <p:spPr>
          <a:xfrm>
            <a:off x="452438" y="1396131"/>
            <a:ext cx="8239200" cy="3340800"/>
          </a:xfrm>
          <a:prstGeom prst="rect">
            <a:avLst/>
          </a:prstGeom>
          <a:noFill/>
          <a:ln>
            <a:noFill/>
          </a:ln>
        </p:spPr>
        <p:txBody>
          <a:bodyPr anchorCtr="0" anchor="t" bIns="19050" lIns="19050" spcFirstLastPara="1" rIns="19050" wrap="square" tIns="19050">
            <a:normAutofit lnSpcReduction="20000"/>
          </a:bodyPr>
          <a:lstStyle/>
          <a:p>
            <a:pPr indent="0" lvl="0" marL="0" rtl="0" algn="l">
              <a:lnSpc>
                <a:spcPct val="90000"/>
              </a:lnSpc>
              <a:spcBef>
                <a:spcPts val="0"/>
              </a:spcBef>
              <a:spcAft>
                <a:spcPts val="0"/>
              </a:spcAft>
              <a:buClr>
                <a:srgbClr val="000000"/>
              </a:buClr>
              <a:buSzPts val="1400"/>
              <a:buFont typeface="Helvetica Neue"/>
              <a:buNone/>
            </a:pPr>
            <a:r>
              <a:rPr b="1" lang="es" sz="1400"/>
              <a:t>Labelled Property Graphs (LPG)</a:t>
            </a:r>
            <a:endParaRPr/>
          </a:p>
          <a:p>
            <a:pPr indent="-107950" lvl="1" marL="203200" rtl="0" algn="l">
              <a:lnSpc>
                <a:spcPct val="90000"/>
              </a:lnSpc>
              <a:spcBef>
                <a:spcPts val="800"/>
              </a:spcBef>
              <a:spcAft>
                <a:spcPts val="0"/>
              </a:spcAft>
              <a:buClr>
                <a:srgbClr val="000000"/>
              </a:buClr>
              <a:buSzPts val="1500"/>
              <a:buFont typeface="Helvetica Neue"/>
              <a:buChar char="○"/>
            </a:pPr>
            <a:r>
              <a:rPr lang="es" sz="1200"/>
              <a:t>The network represents </a:t>
            </a:r>
            <a:r>
              <a:rPr b="1" lang="es"/>
              <a:t>relationships</a:t>
            </a:r>
            <a:r>
              <a:rPr lang="es" sz="1200"/>
              <a:t> between pairs of </a:t>
            </a:r>
            <a:r>
              <a:rPr b="1" lang="es"/>
              <a:t>nodes</a:t>
            </a:r>
            <a:r>
              <a:rPr lang="es" sz="1200"/>
              <a:t>, and they have </a:t>
            </a:r>
            <a:r>
              <a:rPr i="1" lang="es"/>
              <a:t>labels</a:t>
            </a:r>
            <a:r>
              <a:rPr lang="es" sz="1200"/>
              <a:t> describing id, type, class and other </a:t>
            </a:r>
            <a:r>
              <a:rPr b="1" lang="es"/>
              <a:t>properties</a:t>
            </a:r>
            <a:endParaRPr b="1"/>
          </a:p>
          <a:p>
            <a:pPr indent="-107950" lvl="1" marL="203200" rtl="0" algn="l">
              <a:lnSpc>
                <a:spcPct val="90000"/>
              </a:lnSpc>
              <a:spcBef>
                <a:spcPts val="800"/>
              </a:spcBef>
              <a:spcAft>
                <a:spcPts val="0"/>
              </a:spcAft>
              <a:buClr>
                <a:srgbClr val="000000"/>
              </a:buClr>
              <a:buSzPts val="1500"/>
              <a:buFont typeface="Helvetica Neue"/>
              <a:buChar char="○"/>
            </a:pPr>
            <a:r>
              <a:rPr lang="es" sz="1200"/>
              <a:t>The number </a:t>
            </a:r>
            <a:r>
              <a:rPr b="1" lang="es"/>
              <a:t>nodes</a:t>
            </a:r>
            <a:r>
              <a:rPr lang="es" sz="1200"/>
              <a:t> is </a:t>
            </a:r>
            <a:r>
              <a:rPr b="1" lang="es"/>
              <a:t>reduced </a:t>
            </a:r>
            <a:r>
              <a:rPr lang="es" sz="1200"/>
              <a:t>by using properties instead</a:t>
            </a:r>
            <a:endParaRPr/>
          </a:p>
          <a:p>
            <a:pPr indent="-101600" lvl="1" marL="203200" rtl="0" algn="l">
              <a:lnSpc>
                <a:spcPct val="90000"/>
              </a:lnSpc>
              <a:spcBef>
                <a:spcPts val="800"/>
              </a:spcBef>
              <a:spcAft>
                <a:spcPts val="0"/>
              </a:spcAft>
              <a:buClr>
                <a:srgbClr val="000000"/>
              </a:buClr>
              <a:buSzPts val="1400"/>
              <a:buFont typeface="Helvetica Neue"/>
              <a:buChar char="○"/>
            </a:pPr>
            <a:r>
              <a:rPr b="1" lang="es"/>
              <a:t>Does not allow n-array relationships</a:t>
            </a:r>
            <a:r>
              <a:rPr lang="es" sz="1200"/>
              <a:t>, instead properties —&gt; </a:t>
            </a:r>
            <a:endParaRPr/>
          </a:p>
          <a:p>
            <a:pPr indent="-12700" lvl="1" marL="203200" rtl="0" algn="l">
              <a:lnSpc>
                <a:spcPct val="90000"/>
              </a:lnSpc>
              <a:spcBef>
                <a:spcPts val="800"/>
              </a:spcBef>
              <a:spcAft>
                <a:spcPts val="0"/>
              </a:spcAft>
              <a:buClr>
                <a:srgbClr val="000000"/>
              </a:buClr>
              <a:buSzPts val="1500"/>
              <a:buFont typeface="Helvetica Neue"/>
              <a:buNone/>
            </a:pPr>
            <a:r>
              <a:t/>
            </a:r>
            <a:endParaRPr sz="1200"/>
          </a:p>
          <a:p>
            <a:pPr indent="-107950" lvl="1" marL="203200" rtl="0" algn="l">
              <a:lnSpc>
                <a:spcPct val="90000"/>
              </a:lnSpc>
              <a:spcBef>
                <a:spcPts val="800"/>
              </a:spcBef>
              <a:spcAft>
                <a:spcPts val="0"/>
              </a:spcAft>
              <a:buClr>
                <a:srgbClr val="000000"/>
              </a:buClr>
              <a:buSzPts val="1500"/>
              <a:buFont typeface="Helvetica Neue"/>
              <a:buChar char="○"/>
            </a:pPr>
            <a:r>
              <a:rPr lang="es" sz="1200"/>
              <a:t>The </a:t>
            </a:r>
            <a:r>
              <a:rPr b="1" lang="es"/>
              <a:t>query language</a:t>
            </a:r>
            <a:r>
              <a:rPr lang="es" sz="1200"/>
              <a:t> used is </a:t>
            </a:r>
            <a:r>
              <a:rPr b="1" lang="es"/>
              <a:t>Cypher </a:t>
            </a:r>
            <a:r>
              <a:rPr lang="es" sz="1200"/>
              <a:t>(not a standard but widely adopted) </a:t>
            </a:r>
            <a:endParaRPr/>
          </a:p>
          <a:p>
            <a:pPr indent="-107950" lvl="1" marL="203200" rtl="0" algn="l">
              <a:lnSpc>
                <a:spcPct val="90000"/>
              </a:lnSpc>
              <a:spcBef>
                <a:spcPts val="800"/>
              </a:spcBef>
              <a:spcAft>
                <a:spcPts val="0"/>
              </a:spcAft>
              <a:buClr>
                <a:srgbClr val="000000"/>
              </a:buClr>
              <a:buSzPts val="1500"/>
              <a:buFont typeface="Helvetica Neue"/>
              <a:buChar char="○"/>
            </a:pPr>
            <a:r>
              <a:rPr lang="es" sz="1200"/>
              <a:t>Vendors (I know):</a:t>
            </a:r>
            <a:endParaRPr/>
          </a:p>
          <a:p>
            <a:pPr indent="-107950" lvl="2" marL="304800" rtl="0" algn="l">
              <a:lnSpc>
                <a:spcPct val="90000"/>
              </a:lnSpc>
              <a:spcBef>
                <a:spcPts val="800"/>
              </a:spcBef>
              <a:spcAft>
                <a:spcPts val="0"/>
              </a:spcAft>
              <a:buClr>
                <a:srgbClr val="000000"/>
              </a:buClr>
              <a:buSzPts val="1500"/>
              <a:buFont typeface="Helvetica Neue"/>
              <a:buChar char="■"/>
            </a:pPr>
            <a:r>
              <a:rPr lang="es" sz="1200"/>
              <a:t>Neo4j (https://neo4j.com/)</a:t>
            </a:r>
            <a:endParaRPr/>
          </a:p>
          <a:p>
            <a:pPr indent="-107950" lvl="2" marL="304800" rtl="0" algn="l">
              <a:lnSpc>
                <a:spcPct val="90000"/>
              </a:lnSpc>
              <a:spcBef>
                <a:spcPts val="800"/>
              </a:spcBef>
              <a:spcAft>
                <a:spcPts val="0"/>
              </a:spcAft>
              <a:buClr>
                <a:srgbClr val="000000"/>
              </a:buClr>
              <a:buSzPts val="1500"/>
              <a:buFont typeface="Helvetica Neue"/>
              <a:buChar char="■"/>
            </a:pPr>
            <a:r>
              <a:rPr lang="es" sz="1200"/>
              <a:t>TypeDB (https://vaticle.com/)</a:t>
            </a:r>
            <a:endParaRPr/>
          </a:p>
          <a:p>
            <a:pPr indent="-107950" lvl="2" marL="304800" rtl="0" algn="l">
              <a:lnSpc>
                <a:spcPct val="90000"/>
              </a:lnSpc>
              <a:spcBef>
                <a:spcPts val="800"/>
              </a:spcBef>
              <a:spcAft>
                <a:spcPts val="0"/>
              </a:spcAft>
              <a:buClr>
                <a:srgbClr val="000000"/>
              </a:buClr>
              <a:buSzPts val="1500"/>
              <a:buFont typeface="Helvetica Neue"/>
              <a:buChar char="■"/>
            </a:pPr>
            <a:r>
              <a:rPr lang="es" sz="1200"/>
              <a:t>Memgraph (https://memgraph.com/)</a:t>
            </a:r>
            <a:endParaRPr/>
          </a:p>
          <a:p>
            <a:pPr indent="-107950" lvl="2" marL="304800" rtl="0" algn="l">
              <a:lnSpc>
                <a:spcPct val="90000"/>
              </a:lnSpc>
              <a:spcBef>
                <a:spcPts val="800"/>
              </a:spcBef>
              <a:spcAft>
                <a:spcPts val="0"/>
              </a:spcAft>
              <a:buClr>
                <a:srgbClr val="000000"/>
              </a:buClr>
              <a:buSzPts val="1500"/>
              <a:buFont typeface="Helvetica Neue"/>
              <a:buChar char="■"/>
            </a:pPr>
            <a:r>
              <a:rPr lang="es" sz="1200"/>
              <a:t>FalkorDB (</a:t>
            </a:r>
            <a:r>
              <a:rPr lang="es" u="sng">
                <a:solidFill>
                  <a:schemeClr val="hlink"/>
                </a:solidFill>
                <a:hlinkClick r:id="rId3"/>
              </a:rPr>
              <a:t>https://www.falkordb.com/</a:t>
            </a:r>
            <a:r>
              <a:rPr lang="es" sz="1200"/>
              <a:t>)</a:t>
            </a:r>
            <a:endParaRPr/>
          </a:p>
          <a:p>
            <a:pPr indent="-107950" lvl="2" marL="304800" rtl="0" algn="l">
              <a:lnSpc>
                <a:spcPct val="90000"/>
              </a:lnSpc>
              <a:spcBef>
                <a:spcPts val="800"/>
              </a:spcBef>
              <a:spcAft>
                <a:spcPts val="0"/>
              </a:spcAft>
              <a:buClr>
                <a:srgbClr val="000000"/>
              </a:buClr>
              <a:buSzPts val="1500"/>
              <a:buFont typeface="Helvetica Neue"/>
              <a:buChar char="■"/>
            </a:pPr>
            <a:r>
              <a:rPr lang="es" sz="1200"/>
              <a:t>NebulaGraph (https://www.nebula-graph.io/)</a:t>
            </a:r>
            <a:endParaRPr/>
          </a:p>
        </p:txBody>
      </p:sp>
      <p:grpSp>
        <p:nvGrpSpPr>
          <p:cNvPr id="924" name="Google Shape;924;p49"/>
          <p:cNvGrpSpPr/>
          <p:nvPr/>
        </p:nvGrpSpPr>
        <p:grpSpPr>
          <a:xfrm>
            <a:off x="6402796" y="2370258"/>
            <a:ext cx="1970513" cy="840996"/>
            <a:chOff x="0" y="0"/>
            <a:chExt cx="5254701" cy="2242656"/>
          </a:xfrm>
        </p:grpSpPr>
        <p:sp>
          <p:nvSpPr>
            <p:cNvPr id="925" name="Google Shape;925;p49"/>
            <p:cNvSpPr/>
            <p:nvPr/>
          </p:nvSpPr>
          <p:spPr>
            <a:xfrm>
              <a:off x="25554" y="434082"/>
              <a:ext cx="1269900" cy="12699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rPr b="0" i="0" lang="es" sz="1200" u="none" cap="none" strike="noStrike">
                  <a:solidFill>
                    <a:srgbClr val="FFFFFF"/>
                  </a:solidFill>
                  <a:latin typeface="Helvetica Neue"/>
                  <a:ea typeface="Helvetica Neue"/>
                  <a:cs typeface="Helvetica Neue"/>
                  <a:sym typeface="Helvetica Neue"/>
                </a:rPr>
                <a:t>node</a:t>
              </a:r>
              <a:endParaRPr sz="500"/>
            </a:p>
          </p:txBody>
        </p:sp>
        <p:cxnSp>
          <p:nvCxnSpPr>
            <p:cNvPr id="926" name="Google Shape;926;p49"/>
            <p:cNvCxnSpPr/>
            <p:nvPr/>
          </p:nvCxnSpPr>
          <p:spPr>
            <a:xfrm>
              <a:off x="1258714" y="1012764"/>
              <a:ext cx="2763000" cy="0"/>
            </a:xfrm>
            <a:prstGeom prst="straightConnector1">
              <a:avLst/>
            </a:prstGeom>
            <a:noFill/>
            <a:ln cap="flat" cmpd="sng" w="9525">
              <a:solidFill>
                <a:srgbClr val="000000"/>
              </a:solidFill>
              <a:prstDash val="solid"/>
              <a:miter lim="400000"/>
              <a:headEnd len="sm" w="sm" type="none"/>
              <a:tailEnd len="sm" w="sm" type="none"/>
            </a:ln>
          </p:spPr>
        </p:cxnSp>
        <p:sp>
          <p:nvSpPr>
            <p:cNvPr id="927" name="Google Shape;927;p49"/>
            <p:cNvSpPr txBox="1"/>
            <p:nvPr/>
          </p:nvSpPr>
          <p:spPr>
            <a:xfrm>
              <a:off x="1798320" y="987873"/>
              <a:ext cx="1683600" cy="4614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E5E5E"/>
                </a:buClr>
                <a:buSzPts val="900"/>
                <a:buFont typeface="Helvetica Neue"/>
                <a:buNone/>
              </a:pPr>
              <a:r>
                <a:rPr b="0" i="0" lang="es" sz="900" u="none" cap="none" strike="noStrike">
                  <a:solidFill>
                    <a:srgbClr val="5E5E5E"/>
                  </a:solidFill>
                  <a:latin typeface="Helvetica Neue"/>
                  <a:ea typeface="Helvetica Neue"/>
                  <a:cs typeface="Helvetica Neue"/>
                  <a:sym typeface="Helvetica Neue"/>
                </a:rPr>
                <a:t>relationship</a:t>
              </a:r>
              <a:endParaRPr sz="500"/>
            </a:p>
          </p:txBody>
        </p:sp>
        <p:sp>
          <p:nvSpPr>
            <p:cNvPr id="928" name="Google Shape;928;p49"/>
            <p:cNvSpPr/>
            <p:nvPr/>
          </p:nvSpPr>
          <p:spPr>
            <a:xfrm>
              <a:off x="3984801" y="377764"/>
              <a:ext cx="1269900" cy="12699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rPr b="0" i="0" lang="es" sz="1200" u="none" cap="none" strike="noStrike">
                  <a:solidFill>
                    <a:srgbClr val="FFFFFF"/>
                  </a:solidFill>
                  <a:latin typeface="Helvetica Neue"/>
                  <a:ea typeface="Helvetica Neue"/>
                  <a:cs typeface="Helvetica Neue"/>
                  <a:sym typeface="Helvetica Neue"/>
                </a:rPr>
                <a:t>node</a:t>
              </a:r>
              <a:endParaRPr sz="500"/>
            </a:p>
          </p:txBody>
        </p:sp>
        <p:sp>
          <p:nvSpPr>
            <p:cNvPr id="929" name="Google Shape;929;p49"/>
            <p:cNvSpPr txBox="1"/>
            <p:nvPr/>
          </p:nvSpPr>
          <p:spPr>
            <a:xfrm>
              <a:off x="321521" y="1831056"/>
              <a:ext cx="1117200" cy="4116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E5E5E"/>
                </a:buClr>
                <a:buSzPts val="800"/>
                <a:buFont typeface="Helvetica Neue"/>
                <a:buNone/>
              </a:pPr>
              <a:r>
                <a:rPr b="0" i="0" lang="es" sz="800" u="none" cap="none" strike="noStrike">
                  <a:solidFill>
                    <a:srgbClr val="5E5E5E"/>
                  </a:solidFill>
                  <a:latin typeface="Helvetica Neue"/>
                  <a:ea typeface="Helvetica Neue"/>
                  <a:cs typeface="Helvetica Neue"/>
                  <a:sym typeface="Helvetica Neue"/>
                </a:rPr>
                <a:t>property</a:t>
              </a:r>
              <a:endParaRPr sz="500"/>
            </a:p>
          </p:txBody>
        </p:sp>
        <p:cxnSp>
          <p:nvCxnSpPr>
            <p:cNvPr id="930" name="Google Shape;930;p49"/>
            <p:cNvCxnSpPr/>
            <p:nvPr/>
          </p:nvCxnSpPr>
          <p:spPr>
            <a:xfrm rot="10800000">
              <a:off x="118446" y="1256080"/>
              <a:ext cx="0" cy="787200"/>
            </a:xfrm>
            <a:prstGeom prst="straightConnector1">
              <a:avLst/>
            </a:prstGeom>
            <a:noFill/>
            <a:ln cap="flat" cmpd="sng" w="14300">
              <a:solidFill>
                <a:srgbClr val="004C7F"/>
              </a:solidFill>
              <a:prstDash val="solid"/>
              <a:miter lim="400000"/>
              <a:headEnd len="sm" w="sm" type="none"/>
              <a:tailEnd len="sm" w="sm" type="none"/>
            </a:ln>
          </p:spPr>
        </p:cxnSp>
        <p:sp>
          <p:nvSpPr>
            <p:cNvPr id="931" name="Google Shape;931;p49"/>
            <p:cNvSpPr/>
            <p:nvPr/>
          </p:nvSpPr>
          <p:spPr>
            <a:xfrm>
              <a:off x="0" y="1918427"/>
              <a:ext cx="237000" cy="237000"/>
            </a:xfrm>
            <a:prstGeom prst="ellipse">
              <a:avLst/>
            </a:prstGeom>
            <a:solidFill>
              <a:srgbClr val="004C7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nvGrpSpPr>
            <p:cNvPr id="932" name="Google Shape;932;p49"/>
            <p:cNvGrpSpPr/>
            <p:nvPr/>
          </p:nvGrpSpPr>
          <p:grpSpPr>
            <a:xfrm rot="10800000">
              <a:off x="1628882" y="120396"/>
              <a:ext cx="237000" cy="899347"/>
              <a:chOff x="0" y="-109"/>
              <a:chExt cx="237000" cy="899347"/>
            </a:xfrm>
          </p:grpSpPr>
          <p:cxnSp>
            <p:nvCxnSpPr>
              <p:cNvPr id="933" name="Google Shape;933;p49"/>
              <p:cNvCxnSpPr/>
              <p:nvPr/>
            </p:nvCxnSpPr>
            <p:spPr>
              <a:xfrm rot="10800000">
                <a:off x="118445" y="-109"/>
                <a:ext cx="0" cy="787200"/>
              </a:xfrm>
              <a:prstGeom prst="straightConnector1">
                <a:avLst/>
              </a:prstGeom>
              <a:noFill/>
              <a:ln cap="flat" cmpd="sng" w="14300">
                <a:solidFill>
                  <a:srgbClr val="004C7F"/>
                </a:solidFill>
                <a:prstDash val="solid"/>
                <a:miter lim="400000"/>
                <a:headEnd len="sm" w="sm" type="none"/>
                <a:tailEnd len="sm" w="sm" type="none"/>
              </a:ln>
            </p:spPr>
          </p:cxnSp>
          <p:sp>
            <p:nvSpPr>
              <p:cNvPr id="934" name="Google Shape;934;p49"/>
              <p:cNvSpPr/>
              <p:nvPr/>
            </p:nvSpPr>
            <p:spPr>
              <a:xfrm>
                <a:off x="0" y="662238"/>
                <a:ext cx="237000" cy="237000"/>
              </a:xfrm>
              <a:prstGeom prst="ellipse">
                <a:avLst/>
              </a:prstGeom>
              <a:solidFill>
                <a:srgbClr val="004C7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935" name="Google Shape;935;p49"/>
            <p:cNvSpPr txBox="1"/>
            <p:nvPr/>
          </p:nvSpPr>
          <p:spPr>
            <a:xfrm>
              <a:off x="1947052" y="0"/>
              <a:ext cx="1117200" cy="4116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E5E5E"/>
                </a:buClr>
                <a:buSzPts val="800"/>
                <a:buFont typeface="Helvetica Neue"/>
                <a:buNone/>
              </a:pPr>
              <a:r>
                <a:rPr b="0" i="0" lang="es" sz="800" u="none" cap="none" strike="noStrike">
                  <a:solidFill>
                    <a:srgbClr val="5E5E5E"/>
                  </a:solidFill>
                  <a:latin typeface="Helvetica Neue"/>
                  <a:ea typeface="Helvetica Neue"/>
                  <a:cs typeface="Helvetica Neue"/>
                  <a:sym typeface="Helvetica Neue"/>
                </a:rPr>
                <a:t>property</a:t>
              </a:r>
              <a:endParaRPr sz="500"/>
            </a:p>
          </p:txBody>
        </p:sp>
      </p:grpSp>
      <p:pic>
        <p:nvPicPr>
          <p:cNvPr descr="Imagen" id="936" name="Google Shape;936;p49"/>
          <p:cNvPicPr preferRelativeResize="0"/>
          <p:nvPr/>
        </p:nvPicPr>
        <p:blipFill rotWithShape="1">
          <a:blip r:embed="rId4">
            <a:alphaModFix/>
          </a:blip>
          <a:srcRect b="0" l="0" r="0" t="0"/>
          <a:stretch/>
        </p:blipFill>
        <p:spPr>
          <a:xfrm>
            <a:off x="6048782" y="-90758"/>
            <a:ext cx="3114675" cy="1852613"/>
          </a:xfrm>
          <a:prstGeom prst="rect">
            <a:avLst/>
          </a:prstGeom>
          <a:noFill/>
          <a:ln>
            <a:noFill/>
          </a:ln>
        </p:spPr>
      </p:pic>
      <p:sp>
        <p:nvSpPr>
          <p:cNvPr id="937" name="Google Shape;937;p49"/>
          <p:cNvSpPr txBox="1"/>
          <p:nvPr/>
        </p:nvSpPr>
        <p:spPr>
          <a:xfrm>
            <a:off x="4906581" y="4930545"/>
            <a:ext cx="42216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b="0" i="0" lang="es" sz="900" u="none" cap="none" strike="noStrike">
                <a:solidFill>
                  <a:srgbClr val="5E5E5E"/>
                </a:solidFill>
                <a:latin typeface="Helvetica Neue"/>
                <a:ea typeface="Helvetica Neue"/>
                <a:cs typeface="Helvetica Neue"/>
                <a:sym typeface="Helvetica Neue"/>
              </a:rPr>
              <a:t>https://www.oxfordsemantic.tech/fundamentals/what-is-a-labeled-property-graph</a:t>
            </a:r>
            <a:endParaRPr sz="500"/>
          </a:p>
        </p:txBody>
      </p:sp>
      <p:grpSp>
        <p:nvGrpSpPr>
          <p:cNvPr id="938" name="Google Shape;938;p49"/>
          <p:cNvGrpSpPr/>
          <p:nvPr/>
        </p:nvGrpSpPr>
        <p:grpSpPr>
          <a:xfrm>
            <a:off x="6572547" y="3353051"/>
            <a:ext cx="1998773" cy="837346"/>
            <a:chOff x="499836" y="122079"/>
            <a:chExt cx="5330061" cy="2232922"/>
          </a:xfrm>
        </p:grpSpPr>
        <p:sp>
          <p:nvSpPr>
            <p:cNvPr id="939" name="Google Shape;939;p49"/>
            <p:cNvSpPr/>
            <p:nvPr/>
          </p:nvSpPr>
          <p:spPr>
            <a:xfrm>
              <a:off x="499836" y="673623"/>
              <a:ext cx="396300" cy="3963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cxnSp>
          <p:nvCxnSpPr>
            <p:cNvPr id="940" name="Google Shape;940;p49"/>
            <p:cNvCxnSpPr/>
            <p:nvPr/>
          </p:nvCxnSpPr>
          <p:spPr>
            <a:xfrm>
              <a:off x="872801" y="871779"/>
              <a:ext cx="3585300" cy="0"/>
            </a:xfrm>
            <a:prstGeom prst="straightConnector1">
              <a:avLst/>
            </a:prstGeom>
            <a:noFill/>
            <a:ln cap="flat" cmpd="sng" w="9525">
              <a:solidFill>
                <a:srgbClr val="000000"/>
              </a:solidFill>
              <a:prstDash val="solid"/>
              <a:miter lim="400000"/>
              <a:headEnd len="sm" w="sm" type="none"/>
              <a:tailEnd len="sm" w="sm" type="none"/>
            </a:ln>
          </p:spPr>
        </p:cxnSp>
        <p:sp>
          <p:nvSpPr>
            <p:cNvPr id="941" name="Google Shape;941;p49"/>
            <p:cNvSpPr/>
            <p:nvPr/>
          </p:nvSpPr>
          <p:spPr>
            <a:xfrm>
              <a:off x="4361841" y="673623"/>
              <a:ext cx="396300" cy="396300"/>
            </a:xfrm>
            <a:prstGeom prst="ellipse">
              <a:avLst/>
            </a:prstGeom>
            <a:solidFill>
              <a:srgbClr val="000000"/>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942" name="Google Shape;942;p49"/>
            <p:cNvSpPr/>
            <p:nvPr/>
          </p:nvSpPr>
          <p:spPr>
            <a:xfrm>
              <a:off x="2545061" y="122079"/>
              <a:ext cx="217200" cy="217200"/>
            </a:xfrm>
            <a:prstGeom prst="ellipse">
              <a:avLst/>
            </a:prstGeom>
            <a:solidFill>
              <a:srgbClr val="004C7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cxnSp>
          <p:nvCxnSpPr>
            <p:cNvPr id="943" name="Google Shape;943;p49"/>
            <p:cNvCxnSpPr/>
            <p:nvPr/>
          </p:nvCxnSpPr>
          <p:spPr>
            <a:xfrm>
              <a:off x="697992" y="524574"/>
              <a:ext cx="1269900" cy="1269900"/>
            </a:xfrm>
            <a:prstGeom prst="straightConnector1">
              <a:avLst/>
            </a:prstGeom>
            <a:noFill/>
            <a:ln>
              <a:noFill/>
            </a:ln>
          </p:spPr>
        </p:cxnSp>
        <p:cxnSp>
          <p:nvCxnSpPr>
            <p:cNvPr id="944" name="Google Shape;944;p49"/>
            <p:cNvCxnSpPr/>
            <p:nvPr/>
          </p:nvCxnSpPr>
          <p:spPr>
            <a:xfrm>
              <a:off x="4559997" y="524574"/>
              <a:ext cx="1269900" cy="1269900"/>
            </a:xfrm>
            <a:prstGeom prst="straightConnector1">
              <a:avLst/>
            </a:prstGeom>
            <a:noFill/>
            <a:ln>
              <a:noFill/>
            </a:ln>
          </p:spPr>
        </p:cxnSp>
        <p:cxnSp>
          <p:nvCxnSpPr>
            <p:cNvPr id="945" name="Google Shape;945;p49"/>
            <p:cNvCxnSpPr/>
            <p:nvPr/>
          </p:nvCxnSpPr>
          <p:spPr>
            <a:xfrm>
              <a:off x="2628994" y="1085101"/>
              <a:ext cx="1269900" cy="1269900"/>
            </a:xfrm>
            <a:prstGeom prst="straightConnector1">
              <a:avLst/>
            </a:prstGeom>
            <a:noFill/>
            <a:ln>
              <a:noFill/>
            </a:ln>
          </p:spPr>
        </p:cxnSp>
        <p:cxnSp>
          <p:nvCxnSpPr>
            <p:cNvPr id="946" name="Google Shape;946;p49"/>
            <p:cNvCxnSpPr/>
            <p:nvPr/>
          </p:nvCxnSpPr>
          <p:spPr>
            <a:xfrm rot="10800000">
              <a:off x="2653664" y="364007"/>
              <a:ext cx="0" cy="493800"/>
            </a:xfrm>
            <a:prstGeom prst="straightConnector1">
              <a:avLst/>
            </a:prstGeom>
            <a:noFill/>
            <a:ln cap="flat" cmpd="sng" w="14300">
              <a:solidFill>
                <a:srgbClr val="004C7F"/>
              </a:solidFill>
              <a:prstDash val="solid"/>
              <a:miter lim="400000"/>
              <a:headEnd len="sm" w="sm" type="none"/>
              <a:tailEnd len="sm" w="sm" type="none"/>
            </a:ln>
          </p:spPr>
        </p:cxnSp>
        <p:sp>
          <p:nvSpPr>
            <p:cNvPr id="947" name="Google Shape;947;p49"/>
            <p:cNvSpPr/>
            <p:nvPr/>
          </p:nvSpPr>
          <p:spPr>
            <a:xfrm>
              <a:off x="2730145" y="230682"/>
              <a:ext cx="2619000" cy="0"/>
            </a:xfrm>
            <a:custGeom>
              <a:rect b="b" l="l" r="r" t="t"/>
              <a:pathLst>
                <a:path extrusionOk="0" h="120000" w="21600">
                  <a:moveTo>
                    <a:pt x="0" y="0"/>
                  </a:moveTo>
                  <a:lnTo>
                    <a:pt x="21600" y="0"/>
                  </a:lnTo>
                  <a:lnTo>
                    <a:pt x="21600" y="0"/>
                  </a:lnTo>
                  <a:lnTo>
                    <a:pt x="0" y="0"/>
                  </a:lnTo>
                  <a:close/>
                </a:path>
              </a:pathLst>
            </a:cu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5E5E5E"/>
                </a:buClr>
                <a:buSzPts val="900"/>
                <a:buFont typeface="Helvetica Neue"/>
                <a:buNone/>
              </a:pPr>
              <a:r>
                <a:rPr b="0" i="0" lang="es" sz="900" u="none" cap="none" strike="noStrike">
                  <a:solidFill>
                    <a:srgbClr val="5E5E5E"/>
                  </a:solidFill>
                  <a:latin typeface="Helvetica Neue"/>
                  <a:ea typeface="Helvetica Neue"/>
                  <a:cs typeface="Helvetica Neue"/>
                  <a:sym typeface="Helvetica Neue"/>
                </a:rPr>
                <a:t>from=librarian_id</a:t>
              </a:r>
              <a:endParaRPr sz="5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50"/>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Cypher Query Language</a:t>
            </a:r>
            <a:endParaRPr/>
          </a:p>
        </p:txBody>
      </p:sp>
      <p:sp>
        <p:nvSpPr>
          <p:cNvPr id="953" name="Google Shape;953;p50"/>
          <p:cNvSpPr txBox="1"/>
          <p:nvPr>
            <p:ph idx="1" type="body"/>
          </p:nvPr>
        </p:nvSpPr>
        <p:spPr>
          <a:xfrm>
            <a:off x="452438" y="889861"/>
            <a:ext cx="8239200" cy="350700"/>
          </a:xfrm>
          <a:prstGeom prst="rect">
            <a:avLst/>
          </a:prstGeom>
          <a:noFill/>
          <a:ln>
            <a:noFill/>
          </a:ln>
        </p:spPr>
        <p:txBody>
          <a:bodyPr anchorCtr="0" anchor="t" bIns="17150" lIns="17150" spcFirstLastPara="1" rIns="17150" wrap="square" tIns="17150">
            <a:normAutofit lnSpcReduction="10000"/>
          </a:bodyPr>
          <a:lstStyle/>
          <a:p>
            <a:pPr indent="0" lvl="0" marL="0" rtl="0" algn="l">
              <a:lnSpc>
                <a:spcPct val="100000"/>
              </a:lnSpc>
              <a:spcBef>
                <a:spcPts val="0"/>
              </a:spcBef>
              <a:spcAft>
                <a:spcPts val="0"/>
              </a:spcAft>
              <a:buClr>
                <a:srgbClr val="929292"/>
              </a:buClr>
              <a:buSzPts val="1100"/>
              <a:buFont typeface="Helvetica Neue"/>
              <a:buNone/>
            </a:pPr>
            <a:r>
              <a:rPr lang="es" sz="1100"/>
              <a:t>Cypher is a graph query language that provides a visual way of matching patterns and relationships </a:t>
            </a:r>
            <a:endParaRPr/>
          </a:p>
          <a:p>
            <a:pPr indent="0" lvl="0" marL="0" rtl="0" algn="l">
              <a:lnSpc>
                <a:spcPct val="100000"/>
              </a:lnSpc>
              <a:spcBef>
                <a:spcPts val="0"/>
              </a:spcBef>
              <a:spcAft>
                <a:spcPts val="0"/>
              </a:spcAft>
              <a:buClr>
                <a:srgbClr val="929292"/>
              </a:buClr>
              <a:buSzPts val="1100"/>
              <a:buFont typeface="Helvetica Neue"/>
              <a:buNone/>
            </a:pPr>
            <a:r>
              <a:rPr b="0" lang="es" sz="1100"/>
              <a:t>(property graphs)</a:t>
            </a:r>
            <a:endParaRPr/>
          </a:p>
        </p:txBody>
      </p:sp>
      <p:sp>
        <p:nvSpPr>
          <p:cNvPr id="954" name="Google Shape;954;p50"/>
          <p:cNvSpPr txBox="1"/>
          <p:nvPr/>
        </p:nvSpPr>
        <p:spPr>
          <a:xfrm>
            <a:off x="6938129" y="4885652"/>
            <a:ext cx="19164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b="0" i="0" lang="es" sz="900" u="sng" cap="none" strike="noStrike">
                <a:solidFill>
                  <a:srgbClr val="5E5E5E"/>
                </a:solidFill>
                <a:latin typeface="Helvetica Neue"/>
                <a:ea typeface="Helvetica Neue"/>
                <a:cs typeface="Helvetica Neue"/>
                <a:sym typeface="Helvetica Neue"/>
                <a:hlinkClick r:id="rId3">
                  <a:extLst>
                    <a:ext uri="{A12FA001-AC4F-418D-AE19-62706E023703}">
                      <ahyp:hlinkClr val="tx"/>
                    </a:ext>
                  </a:extLst>
                </a:hlinkClick>
              </a:rPr>
              <a:t>https://neo4j.com/developer/cypher/</a:t>
            </a:r>
            <a:endParaRPr sz="500"/>
          </a:p>
        </p:txBody>
      </p:sp>
      <p:sp>
        <p:nvSpPr>
          <p:cNvPr id="955" name="Google Shape;955;p50"/>
          <p:cNvSpPr txBox="1"/>
          <p:nvPr/>
        </p:nvSpPr>
        <p:spPr>
          <a:xfrm>
            <a:off x="41980" y="243752"/>
            <a:ext cx="4368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b="1" i="0" lang="es" sz="900" u="none" cap="none" strike="noStrike">
                <a:solidFill>
                  <a:srgbClr val="5E5E5E"/>
                </a:solidFill>
                <a:latin typeface="Helvetica Neue"/>
                <a:ea typeface="Helvetica Neue"/>
                <a:cs typeface="Helvetica Neue"/>
                <a:sym typeface="Helvetica Neue"/>
              </a:rPr>
              <a:t>5 and 6</a:t>
            </a:r>
            <a:endParaRPr sz="500"/>
          </a:p>
        </p:txBody>
      </p:sp>
      <p:pic>
        <p:nvPicPr>
          <p:cNvPr descr="Screenshot 2023-06-14 at 16.43.07.png" id="956" name="Google Shape;956;p50"/>
          <p:cNvPicPr preferRelativeResize="0"/>
          <p:nvPr/>
        </p:nvPicPr>
        <p:blipFill rotWithShape="1">
          <a:blip r:embed="rId4">
            <a:alphaModFix/>
          </a:blip>
          <a:srcRect b="0" l="0" r="0" t="0"/>
          <a:stretch/>
        </p:blipFill>
        <p:spPr>
          <a:xfrm>
            <a:off x="1144838" y="1286253"/>
            <a:ext cx="6854325" cy="325539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51"/>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p>
            <a:pPr indent="0" lvl="0" marL="0" rtl="0" algn="l">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Querying a Knowledge Graph</a:t>
            </a:r>
            <a:endParaRPr/>
          </a:p>
        </p:txBody>
      </p:sp>
      <p:sp>
        <p:nvSpPr>
          <p:cNvPr id="962" name="Google Shape;962;p51"/>
          <p:cNvSpPr txBox="1"/>
          <p:nvPr/>
        </p:nvSpPr>
        <p:spPr>
          <a:xfrm>
            <a:off x="586970" y="2151850"/>
            <a:ext cx="7970100" cy="8244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Helvetica Neue"/>
              <a:buNone/>
            </a:pPr>
            <a:r>
              <a:rPr b="1" i="0" lang="es" sz="2300" u="none" cap="none" strike="noStrike">
                <a:solidFill>
                  <a:srgbClr val="000000"/>
                </a:solidFill>
                <a:latin typeface="Helvetica Neue"/>
                <a:ea typeface="Helvetica Neue"/>
                <a:cs typeface="Helvetica Neue"/>
                <a:sym typeface="Helvetica Neue"/>
              </a:rPr>
              <a:t>Common</a:t>
            </a:r>
            <a:r>
              <a:rPr b="0" i="0" lang="es" sz="2300" u="none" cap="none" strike="noStrike">
                <a:solidFill>
                  <a:srgbClr val="000000"/>
                </a:solidFill>
                <a:latin typeface="Helvetica Neue"/>
                <a:ea typeface="Helvetica Neue"/>
                <a:cs typeface="Helvetica Neue"/>
                <a:sym typeface="Helvetica Neue"/>
              </a:rPr>
              <a:t> </a:t>
            </a:r>
            <a:r>
              <a:rPr b="1" i="0" lang="es" sz="2300" u="none" cap="none" strike="noStrike">
                <a:solidFill>
                  <a:srgbClr val="000000"/>
                </a:solidFill>
                <a:latin typeface="Helvetica Neue"/>
                <a:ea typeface="Helvetica Neue"/>
                <a:cs typeface="Helvetica Neue"/>
                <a:sym typeface="Helvetica Neue"/>
              </a:rPr>
              <a:t>Exercise</a:t>
            </a:r>
            <a:endParaRPr sz="500"/>
          </a:p>
          <a:p>
            <a:pPr indent="0" lvl="0" marL="0" marR="0" rtl="0" algn="ctr">
              <a:lnSpc>
                <a:spcPct val="90000"/>
              </a:lnSpc>
              <a:spcBef>
                <a:spcPts val="1700"/>
              </a:spcBef>
              <a:spcAft>
                <a:spcPts val="0"/>
              </a:spcAft>
              <a:buClr>
                <a:srgbClr val="000000"/>
              </a:buClr>
              <a:buSzPts val="1800"/>
              <a:buFont typeface="Helvetica Neue"/>
              <a:buNone/>
            </a:pPr>
            <a:r>
              <a:rPr b="0" i="0" lang="es" sz="1800" u="none" cap="none" strike="noStrike">
                <a:solidFill>
                  <a:srgbClr val="000000"/>
                </a:solidFill>
                <a:latin typeface="Helvetica Neue"/>
                <a:ea typeface="Helvetica Neue"/>
                <a:cs typeface="Helvetica Neue"/>
                <a:sym typeface="Helvetica Neue"/>
              </a:rPr>
              <a:t>Create a cypher query for the data model we created</a:t>
            </a:r>
            <a:endParaRPr sz="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52"/>
          <p:cNvSpPr txBox="1"/>
          <p:nvPr>
            <p:ph type="title"/>
          </p:nvPr>
        </p:nvSpPr>
        <p:spPr>
          <a:xfrm>
            <a:off x="452438" y="2303032"/>
            <a:ext cx="8239200" cy="537300"/>
          </a:xfrm>
          <a:prstGeom prst="rect">
            <a:avLst/>
          </a:prstGeom>
          <a:noFill/>
          <a:ln>
            <a:noFill/>
          </a:ln>
        </p:spPr>
        <p:txBody>
          <a:bodyPr anchorCtr="0" anchor="t" bIns="19050" lIns="19050" spcFirstLastPara="1" rIns="19050" wrap="square" tIns="19050">
            <a:normAutofit/>
          </a:bodyPr>
          <a:lstStyle/>
          <a:p>
            <a:pPr indent="0" lvl="0" marL="0" marR="0" rtl="0" algn="ctr">
              <a:lnSpc>
                <a:spcPct val="80000"/>
              </a:lnSpc>
              <a:spcBef>
                <a:spcPts val="0"/>
              </a:spcBef>
              <a:spcAft>
                <a:spcPts val="0"/>
              </a:spcAft>
              <a:buClr>
                <a:srgbClr val="5E5E5E"/>
              </a:buClr>
              <a:buSzPts val="3200"/>
              <a:buFont typeface="Helvetica Neue"/>
              <a:buNone/>
            </a:pPr>
            <a:r>
              <a:rPr b="1" i="0" lang="es" sz="3200" u="none" cap="none" strike="noStrike">
                <a:solidFill>
                  <a:srgbClr val="5E5E5E"/>
                </a:solidFill>
                <a:latin typeface="Helvetica Neue"/>
                <a:ea typeface="Helvetica Neue"/>
                <a:cs typeface="Helvetica Neue"/>
                <a:sym typeface="Helvetica Neue"/>
              </a:rPr>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